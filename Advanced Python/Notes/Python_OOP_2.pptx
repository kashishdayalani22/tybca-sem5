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69" r:id="rId2"/>
    <p:sldId id="270" r:id="rId3"/>
    <p:sldId id="300" r:id="rId4"/>
    <p:sldId id="271" r:id="rId5"/>
    <p:sldId id="273" r:id="rId6"/>
    <p:sldId id="276" r:id="rId7"/>
    <p:sldId id="274" r:id="rId8"/>
    <p:sldId id="275" r:id="rId9"/>
    <p:sldId id="294" r:id="rId10"/>
    <p:sldId id="293" r:id="rId11"/>
    <p:sldId id="277" r:id="rId12"/>
    <p:sldId id="278" r:id="rId13"/>
    <p:sldId id="280" r:id="rId14"/>
    <p:sldId id="287" r:id="rId15"/>
    <p:sldId id="288" r:id="rId16"/>
    <p:sldId id="283" r:id="rId17"/>
    <p:sldId id="284" r:id="rId18"/>
    <p:sldId id="285" r:id="rId19"/>
    <p:sldId id="286" r:id="rId20"/>
    <p:sldId id="289" r:id="rId21"/>
    <p:sldId id="290" r:id="rId22"/>
    <p:sldId id="291" r:id="rId23"/>
    <p:sldId id="292" r:id="rId24"/>
    <p:sldId id="295" r:id="rId25"/>
    <p:sldId id="298" r:id="rId26"/>
    <p:sldId id="299" r:id="rId27"/>
    <p:sldId id="296" r:id="rId28"/>
    <p:sldId id="297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8264-6C79-4F3D-8006-977AF28E1088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E506F-2551-44ED-89A3-80FCC1DB77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8E506F-2551-44ED-89A3-80FCC1DB778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BFF445-C31C-4903-B411-146AD585FCAD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OOP</a:t>
            </a:r>
            <a:r>
              <a:rPr lang="en-US" b="1" dirty="0" smtClean="0"/>
              <a:t> </a:t>
            </a:r>
            <a:r>
              <a:rPr lang="en-US" b="1" dirty="0"/>
              <a:t>	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315200" cy="1752600"/>
          </a:xfrm>
        </p:spPr>
        <p:txBody>
          <a:bodyPr/>
          <a:lstStyle/>
          <a:p>
            <a:r>
              <a:rPr lang="en-US" dirty="0" err="1"/>
              <a:t>Priti</a:t>
            </a:r>
            <a:r>
              <a:rPr lang="en-US" dirty="0"/>
              <a:t> Patel</a:t>
            </a:r>
          </a:p>
          <a:p>
            <a:r>
              <a:rPr lang="en-US" dirty="0"/>
              <a:t>Department of Computer Applications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print documentation string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classname.__doc</a:t>
            </a:r>
            <a:r>
              <a:rPr lang="en-US" dirty="0" smtClean="0">
                <a:solidFill>
                  <a:srgbClr val="FF0000"/>
                </a:solidFill>
              </a:rPr>
              <a:t>__)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Or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	   help(</a:t>
            </a:r>
            <a:r>
              <a:rPr lang="en-US" dirty="0" err="1" smtClean="0">
                <a:solidFill>
                  <a:srgbClr val="FF0000"/>
                </a:solidFill>
              </a:rPr>
              <a:t>classname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How to create Object Reference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 reference  variable name = </a:t>
            </a:r>
            <a:r>
              <a:rPr lang="en-US" dirty="0" err="1" smtClean="0"/>
              <a:t>classname</a:t>
            </a:r>
            <a:r>
              <a:rPr lang="en-US" dirty="0" smtClean="0"/>
              <a:t>(no of arguments)</a:t>
            </a:r>
          </a:p>
          <a:p>
            <a:r>
              <a:rPr lang="en-US" dirty="0" smtClean="0"/>
              <a:t> s1 = student(‘nisha’,13)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self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Python self variable is not a reserved keyword.</a:t>
            </a:r>
          </a:p>
          <a:p>
            <a:r>
              <a:rPr lang="en-US" dirty="0" smtClean="0"/>
              <a:t>self represents the instance of the class.</a:t>
            </a:r>
          </a:p>
          <a:p>
            <a:r>
              <a:rPr lang="en-US" dirty="0" smtClean="0"/>
              <a:t>Python self variable is used to bind the instance of the class to the instance method.</a:t>
            </a:r>
          </a:p>
          <a:p>
            <a:r>
              <a:rPr lang="en-US" dirty="0" smtClean="0"/>
              <a:t>Self variable always pointing to current object.</a:t>
            </a:r>
          </a:p>
          <a:p>
            <a:r>
              <a:rPr lang="en-US" dirty="0" smtClean="0"/>
              <a:t>Inside a class to access current object self variable is used.</a:t>
            </a:r>
          </a:p>
          <a:p>
            <a:r>
              <a:rPr lang="en-US" dirty="0" smtClean="0"/>
              <a:t>For every instance method and constructor first argument must be self.</a:t>
            </a:r>
          </a:p>
          <a:p>
            <a:r>
              <a:rPr lang="en-US" dirty="0" smtClean="0"/>
              <a:t>PVM is responsible for providing the value of self variable. </a:t>
            </a:r>
          </a:p>
          <a:p>
            <a:r>
              <a:rPr lang="en-US" dirty="0" smtClean="0"/>
              <a:t>By using self we can declare instance variable and instance method.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857248"/>
          </a:xfrm>
        </p:spPr>
        <p:txBody>
          <a:bodyPr/>
          <a:lstStyle/>
          <a:p>
            <a:pPr algn="ctr"/>
            <a:r>
              <a:rPr lang="en-US" b="1" dirty="0" smtClean="0"/>
              <a:t>Constructors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constructor is a special type of method (function) which is used to initialize the instance members of the class.</a:t>
            </a:r>
          </a:p>
          <a:p>
            <a:r>
              <a:rPr lang="en-US" dirty="0" smtClean="0"/>
              <a:t>In Python the __init__() method is called the constructor and is always called when an object is created.</a:t>
            </a:r>
          </a:p>
          <a:p>
            <a:r>
              <a:rPr lang="en-US" dirty="0" smtClean="0"/>
              <a:t>The task of constructors is to initialize(assign values) to the data members of the class when an object of class is created.</a:t>
            </a:r>
          </a:p>
          <a:p>
            <a:r>
              <a:rPr lang="en-US" dirty="0" smtClean="0"/>
              <a:t>Constructors are generally used for instantiating an object.</a:t>
            </a:r>
          </a:p>
          <a:p>
            <a:r>
              <a:rPr lang="en-US" dirty="0" smtClean="0"/>
              <a:t>The constructor is called automatically when we create the object of the class.</a:t>
            </a:r>
          </a:p>
          <a:p>
            <a:pPr fontAlgn="base"/>
            <a:r>
              <a:rPr lang="en-US" b="1" dirty="0" smtClean="0"/>
              <a:t>Syntax of constructor declaration :</a:t>
            </a:r>
            <a:endParaRPr lang="en-US" dirty="0" smtClean="0"/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def __init__(self):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	# body of the constructor 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1856" y="3341981"/>
            <a:ext cx="8942144" cy="1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Types of constructors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 smtClean="0"/>
              <a:t>default constructor (no arguments constructor):</a:t>
            </a:r>
            <a:r>
              <a:rPr lang="en-US" dirty="0" smtClean="0"/>
              <a:t>The default constructor is simple constructor which doesn’t accept any arguments.</a:t>
            </a:r>
          </a:p>
          <a:p>
            <a:pPr fontAlgn="base"/>
            <a:r>
              <a:rPr lang="en-US" dirty="0" smtClean="0"/>
              <a:t>It’s definition has only one argument which is a reference(self Variable) to the instance being constructed.</a:t>
            </a:r>
          </a:p>
          <a:p>
            <a:pPr fontAlgn="base"/>
            <a:r>
              <a:rPr lang="en-US" b="1" dirty="0" smtClean="0"/>
              <a:t>parameterized constructor :</a:t>
            </a:r>
            <a:r>
              <a:rPr lang="en-US" dirty="0" smtClean="0"/>
              <a:t>constructor with parameters is known as parameterized constructor.</a:t>
            </a:r>
          </a:p>
          <a:p>
            <a:pPr fontAlgn="base"/>
            <a:r>
              <a:rPr lang="en-US" dirty="0" smtClean="0"/>
              <a:t>The parameterized constructor take its first argument as a reference(self variable) to the instance being constructed known as self and the rest of the arguments are provided by the programmer.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857248"/>
          </a:xfrm>
        </p:spPr>
        <p:txBody>
          <a:bodyPr/>
          <a:lstStyle/>
          <a:p>
            <a:pPr algn="ctr"/>
            <a:r>
              <a:rPr lang="en-US" b="1" dirty="0" smtClean="0"/>
              <a:t>Constructors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>
            <a:normAutofit/>
          </a:bodyPr>
          <a:lstStyle/>
          <a:p>
            <a:r>
              <a:rPr lang="en-US" dirty="0" smtClean="0"/>
              <a:t>The constructor overloading is not allowed in Python.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what happen if we declare the two same constructors in the class?</a:t>
            </a:r>
          </a:p>
          <a:p>
            <a:r>
              <a:rPr lang="en-US" dirty="0" smtClean="0"/>
              <a:t> Internally, the object of the class will always call the last constructor if the class has multiple constructors.</a:t>
            </a:r>
          </a:p>
          <a:p>
            <a:r>
              <a:rPr lang="en-US" dirty="0" smtClean="0"/>
              <a:t>If you create four objects, the class constructor is called four times. </a:t>
            </a:r>
          </a:p>
          <a:p>
            <a:r>
              <a:rPr lang="en-US" dirty="0" smtClean="0"/>
              <a:t>Every class has a constructor, but its not required to explicitly define it.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Reference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variable is a reference or a pointer to an object to perform operations on that object .</a:t>
            </a:r>
          </a:p>
          <a:p>
            <a:r>
              <a:rPr lang="en-US" dirty="0" smtClean="0"/>
              <a:t> Reference variables always points to a object.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 of variables in OOPs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Instance Methods </a:t>
            </a:r>
          </a:p>
          <a:p>
            <a:r>
              <a:rPr lang="en-US" b="1" dirty="0" smtClean="0"/>
              <a:t> Class Methods </a:t>
            </a:r>
          </a:p>
          <a:p>
            <a:r>
              <a:rPr lang="en-US" b="1" dirty="0" smtClean="0"/>
              <a:t>Static Methods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7246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Instance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 value of variable varied from object to object then that variable known as Instance Variable.</a:t>
            </a:r>
          </a:p>
          <a:p>
            <a:r>
              <a:rPr lang="en-US" dirty="0" smtClean="0"/>
              <a:t>This means that for each object or instance of a class, the instance variables are different.</a:t>
            </a:r>
          </a:p>
          <a:p>
            <a:r>
              <a:rPr lang="en-US" dirty="0" smtClean="0"/>
              <a:t>For every object separate copy of the instance variable will be created.</a:t>
            </a:r>
          </a:p>
          <a:p>
            <a:r>
              <a:rPr lang="en-US" dirty="0" smtClean="0"/>
              <a:t>An instance are different for different objects (every object has a copy).</a:t>
            </a:r>
          </a:p>
          <a:p>
            <a:r>
              <a:rPr lang="en-US" i="1" dirty="0" smtClean="0"/>
              <a:t>Variables that are assigned values inside methods are instance variables.</a:t>
            </a:r>
          </a:p>
          <a:p>
            <a:r>
              <a:rPr lang="en-US" dirty="0" smtClean="0"/>
              <a:t>Class or Static variables are the variables that belong to the class and not to objects.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8469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Where to declare Instance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643578"/>
          </a:xfrm>
        </p:spPr>
        <p:txBody>
          <a:bodyPr/>
          <a:lstStyle/>
          <a:p>
            <a:r>
              <a:rPr lang="en-US" dirty="0" smtClean="0"/>
              <a:t>Within class inside Constructor  using self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def __init__(</a:t>
            </a:r>
            <a:r>
              <a:rPr lang="en-US" dirty="0" err="1" smtClean="0">
                <a:solidFill>
                  <a:srgbClr val="FF0000"/>
                </a:solidFill>
              </a:rPr>
              <a:t>self,name,no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self.name=name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</a:t>
            </a:r>
            <a:r>
              <a:rPr lang="en-US" dirty="0" err="1" smtClean="0">
                <a:solidFill>
                  <a:srgbClr val="FF0000"/>
                </a:solidFill>
              </a:rPr>
              <a:t>self.no</a:t>
            </a:r>
            <a:r>
              <a:rPr lang="en-US" dirty="0" smtClean="0">
                <a:solidFill>
                  <a:srgbClr val="FF0000"/>
                </a:solidFill>
              </a:rPr>
              <a:t> = no</a:t>
            </a:r>
            <a:endParaRPr lang="en-US" dirty="0" smtClean="0"/>
          </a:p>
          <a:p>
            <a:r>
              <a:rPr lang="en-US" dirty="0" smtClean="0"/>
              <a:t>Within class inside Instance method using self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rgbClr val="FF0000"/>
                </a:solidFill>
              </a:rPr>
              <a:t>def info(self):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</a:t>
            </a:r>
            <a:r>
              <a:rPr lang="en-US" dirty="0" err="1" smtClean="0">
                <a:solidFill>
                  <a:srgbClr val="FF0000"/>
                </a:solidFill>
              </a:rPr>
              <a:t>self.marks</a:t>
            </a:r>
            <a:r>
              <a:rPr lang="en-US" dirty="0" smtClean="0">
                <a:solidFill>
                  <a:srgbClr val="FF0000"/>
                </a:solidFill>
              </a:rPr>
              <a:t>=60</a:t>
            </a:r>
          </a:p>
          <a:p>
            <a:r>
              <a:rPr lang="en-US" dirty="0" smtClean="0"/>
              <a:t>Outside the class using object reference variable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s1 = student('priti',1)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s1.age = 30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8469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Where to declare Instance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6435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class student 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def __init__(</a:t>
            </a:r>
            <a:r>
              <a:rPr lang="en-US" dirty="0" err="1" smtClean="0">
                <a:solidFill>
                  <a:srgbClr val="FF0000"/>
                </a:solidFill>
              </a:rPr>
              <a:t>self,name,no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 self.name=name    #instance variable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 </a:t>
            </a:r>
            <a:r>
              <a:rPr lang="en-US" dirty="0" err="1" smtClean="0">
                <a:solidFill>
                  <a:srgbClr val="FF0000"/>
                </a:solidFill>
              </a:rPr>
              <a:t>self.no</a:t>
            </a:r>
            <a:r>
              <a:rPr lang="en-US" dirty="0" smtClean="0">
                <a:solidFill>
                  <a:srgbClr val="FF0000"/>
                </a:solidFill>
              </a:rPr>
              <a:t> = no             #</a:t>
            </a:r>
            <a:r>
              <a:rPr lang="en-US" dirty="0" err="1" smtClean="0">
                <a:solidFill>
                  <a:srgbClr val="FF0000"/>
                </a:solidFill>
              </a:rPr>
              <a:t>instancevariable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def info(self):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</a:t>
            </a:r>
            <a:r>
              <a:rPr lang="en-US" dirty="0" err="1" smtClean="0">
                <a:solidFill>
                  <a:srgbClr val="FF0000"/>
                </a:solidFill>
              </a:rPr>
              <a:t>self.marks</a:t>
            </a:r>
            <a:r>
              <a:rPr lang="en-US" dirty="0" smtClean="0">
                <a:solidFill>
                  <a:srgbClr val="FF0000"/>
                </a:solidFill>
              </a:rPr>
              <a:t>=60    #instance variable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s1 = student('priti',1)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s1.info()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s1.age = 30   #instance variable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print(s1.__dict__)    # to print instance variable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access instance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within class by using self</a:t>
            </a:r>
          </a:p>
          <a:p>
            <a:r>
              <a:rPr lang="en-US" dirty="0" smtClean="0"/>
              <a:t>Outside the class by using reference variable</a:t>
            </a:r>
          </a:p>
          <a:p>
            <a:r>
              <a:rPr lang="en-US" dirty="0" smtClean="0"/>
              <a:t>Example 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class student 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 def __init__(</a:t>
            </a:r>
            <a:r>
              <a:rPr lang="en-US" dirty="0" err="1" smtClean="0">
                <a:solidFill>
                  <a:srgbClr val="FF0000"/>
                </a:solidFill>
              </a:rPr>
              <a:t>self,name,no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self.name=name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</a:t>
            </a:r>
            <a:r>
              <a:rPr lang="en-US" dirty="0" err="1" smtClean="0">
                <a:solidFill>
                  <a:srgbClr val="FF0000"/>
                </a:solidFill>
              </a:rPr>
              <a:t>self.no</a:t>
            </a:r>
            <a:r>
              <a:rPr lang="en-US" dirty="0" smtClean="0">
                <a:solidFill>
                  <a:srgbClr val="FF0000"/>
                </a:solidFill>
              </a:rPr>
              <a:t> = no</a:t>
            </a:r>
          </a:p>
          <a:p>
            <a:pPr lvl="1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def info(self):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print('name : ",self.name) </a:t>
            </a:r>
            <a:r>
              <a:rPr lang="en-US" dirty="0" smtClean="0">
                <a:solidFill>
                  <a:srgbClr val="FFC000"/>
                </a:solidFill>
              </a:rPr>
              <a:t># to print value of instance variable outside</a:t>
            </a:r>
          </a:p>
          <a:p>
            <a:pPr lvl="1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s1 = student('priti',1)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s1.info()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print(s1.name,s1.no)     </a:t>
            </a:r>
            <a:r>
              <a:rPr lang="en-US" dirty="0" smtClean="0">
                <a:solidFill>
                  <a:srgbClr val="FFC000"/>
                </a:solidFill>
              </a:rPr>
              <a:t># to print value of instance variable outside class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846980"/>
          </a:xfrm>
        </p:spPr>
        <p:txBody>
          <a:bodyPr/>
          <a:lstStyle/>
          <a:p>
            <a:r>
              <a:rPr lang="en-US" dirty="0" smtClean="0"/>
              <a:t>How to delete Instance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752988"/>
          </a:xfrm>
        </p:spPr>
        <p:txBody>
          <a:bodyPr/>
          <a:lstStyle/>
          <a:p>
            <a:r>
              <a:rPr lang="en-US" dirty="0" smtClean="0"/>
              <a:t>del   </a:t>
            </a:r>
            <a:r>
              <a:rPr lang="en-US" dirty="0" err="1" smtClean="0"/>
              <a:t>self.variablename</a:t>
            </a:r>
            <a:endParaRPr lang="en-US" dirty="0" smtClean="0"/>
          </a:p>
          <a:p>
            <a:r>
              <a:rPr lang="en-US" dirty="0" smtClean="0"/>
              <a:t>del   </a:t>
            </a:r>
            <a:r>
              <a:rPr lang="en-US" dirty="0" err="1" smtClean="0"/>
              <a:t>object_refrencevariable.variablename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Class or Static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All objects share class or static variables.</a:t>
            </a:r>
          </a:p>
          <a:p>
            <a:r>
              <a:rPr lang="en-US" i="1" dirty="0" smtClean="0"/>
              <a:t>All variables which are assigned a value in the class declaration are class variables.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846980"/>
          </a:xfrm>
        </p:spPr>
        <p:txBody>
          <a:bodyPr>
            <a:normAutofit/>
          </a:bodyPr>
          <a:lstStyle/>
          <a:p>
            <a:r>
              <a:rPr lang="en-US" dirty="0" smtClean="0"/>
              <a:t>Where to declare static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/>
          <a:lstStyle/>
          <a:p>
            <a:r>
              <a:rPr lang="en-US" dirty="0" smtClean="0"/>
              <a:t>Within the class directly but from outside of any method</a:t>
            </a:r>
          </a:p>
          <a:p>
            <a:pPr lvl="1">
              <a:buNone/>
            </a:pP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class Example: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a=10</a:t>
            </a:r>
          </a:p>
          <a:p>
            <a:r>
              <a:rPr lang="en-US" dirty="0" smtClean="0"/>
              <a:t> Inside Constructor by using </a:t>
            </a:r>
            <a:r>
              <a:rPr lang="en-US" dirty="0" err="1" smtClean="0"/>
              <a:t>classname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dirty="0" smtClean="0">
                <a:solidFill>
                  <a:srgbClr val="FF0000"/>
                </a:solidFill>
              </a:rPr>
              <a:t>def __init__(self):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   </a:t>
            </a:r>
            <a:r>
              <a:rPr lang="en-US" dirty="0" err="1" smtClean="0">
                <a:solidFill>
                  <a:srgbClr val="FF0000"/>
                </a:solidFill>
              </a:rPr>
              <a:t>Example.b</a:t>
            </a:r>
            <a:r>
              <a:rPr lang="en-US" dirty="0" smtClean="0">
                <a:solidFill>
                  <a:srgbClr val="FF0000"/>
                </a:solidFill>
              </a:rPr>
              <a:t> = 20</a:t>
            </a:r>
          </a:p>
          <a:p>
            <a:r>
              <a:rPr lang="en-US" dirty="0" smtClean="0"/>
              <a:t>Inside Instance method by using </a:t>
            </a:r>
            <a:r>
              <a:rPr lang="en-US" dirty="0" err="1" smtClean="0"/>
              <a:t>classname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def ex(self):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 </a:t>
            </a:r>
            <a:r>
              <a:rPr lang="en-US" dirty="0" err="1" smtClean="0">
                <a:solidFill>
                  <a:srgbClr val="FF0000"/>
                </a:solidFill>
              </a:rPr>
              <a:t>Example.c</a:t>
            </a:r>
            <a:r>
              <a:rPr lang="en-US" dirty="0" smtClean="0">
                <a:solidFill>
                  <a:srgbClr val="FF0000"/>
                </a:solidFill>
              </a:rPr>
              <a:t> = 30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846980"/>
          </a:xfrm>
        </p:spPr>
        <p:txBody>
          <a:bodyPr>
            <a:normAutofit/>
          </a:bodyPr>
          <a:lstStyle/>
          <a:p>
            <a:r>
              <a:rPr lang="en-US" dirty="0" smtClean="0"/>
              <a:t>Where to declare static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507209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Inside class method by using </a:t>
            </a:r>
            <a:r>
              <a:rPr lang="en-US" dirty="0" err="1" smtClean="0"/>
              <a:t>cls</a:t>
            </a:r>
            <a:r>
              <a:rPr lang="en-US" dirty="0" smtClean="0"/>
              <a:t> variable or </a:t>
            </a:r>
            <a:r>
              <a:rPr lang="en-US" dirty="0" err="1" smtClean="0"/>
              <a:t>classname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    </a:t>
            </a:r>
            <a:r>
              <a:rPr lang="en-US" dirty="0" smtClean="0">
                <a:solidFill>
                  <a:srgbClr val="FF0000"/>
                </a:solidFill>
              </a:rPr>
              <a:t>@</a:t>
            </a:r>
            <a:r>
              <a:rPr lang="en-US" dirty="0" err="1" smtClean="0">
                <a:solidFill>
                  <a:srgbClr val="FF0000"/>
                </a:solidFill>
              </a:rPr>
              <a:t>classmethod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def ex1(</a:t>
            </a:r>
            <a:r>
              <a:rPr lang="en-US" dirty="0" err="1" smtClean="0">
                <a:solidFill>
                  <a:srgbClr val="FF0000"/>
                </a:solidFill>
              </a:rPr>
              <a:t>cls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</a:t>
            </a:r>
            <a:r>
              <a:rPr lang="en-US" dirty="0" err="1" smtClean="0">
                <a:solidFill>
                  <a:srgbClr val="FF0000"/>
                </a:solidFill>
              </a:rPr>
              <a:t>cls.d</a:t>
            </a:r>
            <a:r>
              <a:rPr lang="en-US" dirty="0" smtClean="0">
                <a:solidFill>
                  <a:srgbClr val="FF0000"/>
                </a:solidFill>
              </a:rPr>
              <a:t> = 40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</a:t>
            </a:r>
            <a:r>
              <a:rPr lang="en-US" dirty="0" err="1" smtClean="0">
                <a:solidFill>
                  <a:srgbClr val="FF0000"/>
                </a:solidFill>
              </a:rPr>
              <a:t>Example.e</a:t>
            </a:r>
            <a:r>
              <a:rPr lang="en-US" dirty="0" smtClean="0">
                <a:solidFill>
                  <a:srgbClr val="FF0000"/>
                </a:solidFill>
              </a:rPr>
              <a:t> = 50</a:t>
            </a:r>
          </a:p>
          <a:p>
            <a:r>
              <a:rPr lang="en-US" dirty="0" smtClean="0"/>
              <a:t>Inside  static method by using class name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@</a:t>
            </a:r>
            <a:r>
              <a:rPr lang="en-US" dirty="0" err="1" smtClean="0">
                <a:solidFill>
                  <a:srgbClr val="FF0000"/>
                </a:solidFill>
              </a:rPr>
              <a:t>staticmethod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def ex2(</a:t>
            </a:r>
            <a:r>
              <a:rPr lang="en-US" dirty="0" err="1" smtClean="0">
                <a:solidFill>
                  <a:srgbClr val="FF0000"/>
                </a:solidFill>
              </a:rPr>
              <a:t>cls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   </a:t>
            </a:r>
            <a:r>
              <a:rPr lang="en-US" dirty="0" err="1" smtClean="0">
                <a:solidFill>
                  <a:srgbClr val="FF0000"/>
                </a:solidFill>
              </a:rPr>
              <a:t>Example.f</a:t>
            </a:r>
            <a:r>
              <a:rPr lang="en-US" dirty="0" smtClean="0">
                <a:solidFill>
                  <a:srgbClr val="FF0000"/>
                </a:solidFill>
              </a:rPr>
              <a:t> = 60</a:t>
            </a:r>
          </a:p>
          <a:p>
            <a:r>
              <a:rPr lang="en-US" dirty="0" smtClean="0"/>
              <a:t>Outside class using class name</a:t>
            </a:r>
          </a:p>
          <a:p>
            <a:pPr lvl="1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Example.g</a:t>
            </a:r>
            <a:r>
              <a:rPr lang="en-US" dirty="0" smtClean="0">
                <a:solidFill>
                  <a:srgbClr val="FF0000"/>
                </a:solidFill>
              </a:rPr>
              <a:t> = 70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access Static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Inside constructor: by using either self or </a:t>
            </a:r>
            <a:r>
              <a:rPr lang="en-US" dirty="0" err="1" smtClean="0"/>
              <a:t>classname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Inside instance method: by using either self or </a:t>
            </a:r>
            <a:r>
              <a:rPr lang="en-US" dirty="0" err="1" smtClean="0"/>
              <a:t>classname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Inside class method: by using either </a:t>
            </a:r>
            <a:r>
              <a:rPr lang="en-US" dirty="0" err="1" smtClean="0"/>
              <a:t>cls</a:t>
            </a:r>
            <a:r>
              <a:rPr lang="en-US" dirty="0" smtClean="0"/>
              <a:t> variable or </a:t>
            </a:r>
            <a:r>
              <a:rPr lang="en-US" dirty="0" err="1" smtClean="0"/>
              <a:t>classname</a:t>
            </a:r>
            <a:r>
              <a:rPr lang="en-US" dirty="0" smtClean="0"/>
              <a:t> </a:t>
            </a:r>
          </a:p>
          <a:p>
            <a:r>
              <a:rPr lang="en-US" dirty="0" smtClean="0"/>
              <a:t> Inside static method: by using </a:t>
            </a:r>
            <a:r>
              <a:rPr lang="en-US" dirty="0" err="1" smtClean="0"/>
              <a:t>classname</a:t>
            </a:r>
            <a:r>
              <a:rPr lang="en-US" dirty="0" smtClean="0"/>
              <a:t> </a:t>
            </a:r>
          </a:p>
          <a:p>
            <a:r>
              <a:rPr lang="en-US" dirty="0" smtClean="0"/>
              <a:t>From outside of class: by using either object reference or </a:t>
            </a:r>
            <a:r>
              <a:rPr lang="en-US" dirty="0" err="1" smtClean="0"/>
              <a:t>classname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Modify Static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Anywhere either with in the class or outside of class we can modify by using </a:t>
            </a:r>
            <a:r>
              <a:rPr lang="en-US" dirty="0" err="1" smtClean="0"/>
              <a:t>classname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But inside class method, by using </a:t>
            </a:r>
            <a:r>
              <a:rPr lang="en-US" dirty="0" err="1" smtClean="0"/>
              <a:t>cls</a:t>
            </a:r>
            <a:r>
              <a:rPr lang="en-US" dirty="0" smtClean="0"/>
              <a:t> variable. </a:t>
            </a:r>
          </a:p>
          <a:p>
            <a:r>
              <a:rPr lang="en-US" dirty="0" smtClean="0"/>
              <a:t>If we change the value of static variable by using either self or object reference variable, then the value of static variable won't be </a:t>
            </a:r>
            <a:r>
              <a:rPr lang="en-US" dirty="0" err="1" smtClean="0"/>
              <a:t>changed,just</a:t>
            </a:r>
            <a:r>
              <a:rPr lang="en-US" dirty="0" smtClean="0"/>
              <a:t> a new instance variable with that name will be added to that particular object. </a:t>
            </a:r>
          </a:p>
          <a:p>
            <a:r>
              <a:rPr lang="en-US" dirty="0" smtClean="0"/>
              <a:t>By using object reference variable/self we can read static variables, but we cannot modify or delete.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Delete static variables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del </a:t>
            </a:r>
            <a:r>
              <a:rPr lang="en-US" dirty="0" err="1" smtClean="0">
                <a:solidFill>
                  <a:srgbClr val="FF0000"/>
                </a:solidFill>
              </a:rPr>
              <a:t>classname.variablename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 smtClean="0"/>
              <a:t>But inside </a:t>
            </a:r>
            <a:r>
              <a:rPr lang="en-US" b="1" dirty="0" err="1" smtClean="0"/>
              <a:t>classmethod</a:t>
            </a:r>
            <a:r>
              <a:rPr lang="en-US" b="1" dirty="0" smtClean="0"/>
              <a:t> we can also use </a:t>
            </a:r>
            <a:r>
              <a:rPr lang="en-US" b="1" dirty="0" err="1" smtClean="0"/>
              <a:t>cls</a:t>
            </a:r>
            <a:r>
              <a:rPr lang="en-US" b="1" dirty="0" smtClean="0"/>
              <a:t> variable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del </a:t>
            </a:r>
            <a:r>
              <a:rPr lang="en-US" dirty="0" err="1" smtClean="0">
                <a:solidFill>
                  <a:srgbClr val="FF0000"/>
                </a:solidFill>
              </a:rPr>
              <a:t>cls.variablename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Local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Variables declared inside a method can be used in the same method only.</a:t>
            </a:r>
          </a:p>
          <a:p>
            <a:r>
              <a:rPr lang="en-US" dirty="0" smtClean="0"/>
              <a:t>A local variable can only be accessed inside the method.</a:t>
            </a:r>
          </a:p>
          <a:p>
            <a:r>
              <a:rPr lang="en-US" dirty="0" smtClean="0"/>
              <a:t>Local variables will be created at the time of method execution and destroyed once method completes. </a:t>
            </a:r>
          </a:p>
          <a:p>
            <a:r>
              <a:rPr lang="en-US" dirty="0" smtClean="0"/>
              <a:t>Local variables of a method cannot be accessed from outside of method.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 of Methods in 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Instance method</a:t>
            </a:r>
            <a:endParaRPr lang="en-US" dirty="0" smtClean="0"/>
          </a:p>
          <a:p>
            <a:r>
              <a:rPr lang="en-US" b="1" dirty="0" smtClean="0"/>
              <a:t>Static method</a:t>
            </a:r>
            <a:endParaRPr lang="en-US" dirty="0" smtClean="0"/>
          </a:p>
          <a:p>
            <a:r>
              <a:rPr lang="en-US" b="1" dirty="0" smtClean="0"/>
              <a:t>Class method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Instance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68155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Each instance method </a:t>
            </a:r>
            <a:r>
              <a:rPr lang="en-US" dirty="0" smtClean="0"/>
              <a:t>must </a:t>
            </a:r>
            <a:r>
              <a:rPr lang="en-US" dirty="0" smtClean="0"/>
              <a:t>have self as the first argument. If we don’t provide it, program will throw an error.</a:t>
            </a:r>
            <a:endParaRPr lang="en-US" b="1" dirty="0" smtClean="0"/>
          </a:p>
          <a:p>
            <a:r>
              <a:rPr lang="en-US" dirty="0" smtClean="0"/>
              <a:t>Inside method implementation if we are using instance variables then such type of methods are called instance methods. </a:t>
            </a:r>
          </a:p>
          <a:p>
            <a:r>
              <a:rPr lang="en-US" dirty="0" smtClean="0"/>
              <a:t>By using self variable inside method we can able to access instance variables.</a:t>
            </a:r>
          </a:p>
          <a:p>
            <a:r>
              <a:rPr lang="en-US" dirty="0" smtClean="0"/>
              <a:t>Within the class we can call instance method by using self variable and from outside of the class we can call by using object reference.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7755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Setter and Getter Methods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To set </a:t>
            </a:r>
            <a:r>
              <a:rPr lang="en-US" b="1" dirty="0" smtClean="0"/>
              <a:t>and get the values of instance variables by using getter and setter methods.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Setter Method: 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 smtClean="0"/>
              <a:t>		setter </a:t>
            </a:r>
            <a:r>
              <a:rPr lang="en-US" b="1" dirty="0" smtClean="0"/>
              <a:t>methods can be used to set values to the instance variables. setter methods also known as </a:t>
            </a:r>
            <a:r>
              <a:rPr lang="en-US" b="1" dirty="0" err="1" smtClean="0"/>
              <a:t>mutator</a:t>
            </a:r>
            <a:r>
              <a:rPr lang="en-US" b="1" dirty="0" smtClean="0"/>
              <a:t> methods. </a:t>
            </a:r>
          </a:p>
          <a:p>
            <a:r>
              <a:rPr lang="en-US" b="1" dirty="0" smtClean="0"/>
              <a:t>syntax: 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FF0000"/>
                </a:solidFill>
              </a:rPr>
              <a:t>def </a:t>
            </a:r>
            <a:r>
              <a:rPr lang="en-US" b="1" dirty="0" err="1" smtClean="0">
                <a:solidFill>
                  <a:srgbClr val="FF0000"/>
                </a:solidFill>
              </a:rPr>
              <a:t>setVariable</a:t>
            </a:r>
            <a:r>
              <a:rPr lang="en-US" b="1" dirty="0" smtClean="0">
                <a:solidFill>
                  <a:srgbClr val="FF0000"/>
                </a:solidFill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</a:rPr>
              <a:t>self,variable</a:t>
            </a:r>
            <a:r>
              <a:rPr lang="en-US" b="1" dirty="0" smtClean="0">
                <a:solidFill>
                  <a:srgbClr val="FF0000"/>
                </a:solidFill>
              </a:rPr>
              <a:t>):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			</a:t>
            </a:r>
            <a:r>
              <a:rPr lang="en-US" b="1" dirty="0" err="1" smtClean="0">
                <a:solidFill>
                  <a:srgbClr val="FF0000"/>
                </a:solidFill>
              </a:rPr>
              <a:t>self.variable</a:t>
            </a:r>
            <a:r>
              <a:rPr lang="en-US" b="1" dirty="0" smtClean="0">
                <a:solidFill>
                  <a:srgbClr val="FF0000"/>
                </a:solidFill>
              </a:rPr>
              <a:t>=variable </a:t>
            </a:r>
          </a:p>
          <a:p>
            <a:r>
              <a:rPr lang="en-US" b="1" dirty="0" smtClean="0"/>
              <a:t>Example: 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FF0000"/>
                </a:solidFill>
              </a:rPr>
              <a:t>def </a:t>
            </a:r>
            <a:r>
              <a:rPr lang="en-US" b="1" dirty="0" err="1" smtClean="0">
                <a:solidFill>
                  <a:srgbClr val="FF0000"/>
                </a:solidFill>
              </a:rPr>
              <a:t>setName</a:t>
            </a:r>
            <a:r>
              <a:rPr lang="en-US" b="1" dirty="0" smtClean="0">
                <a:solidFill>
                  <a:srgbClr val="FF0000"/>
                </a:solidFill>
              </a:rPr>
              <a:t>(self</a:t>
            </a:r>
            <a:r>
              <a:rPr lang="en-US" b="1" dirty="0" smtClean="0">
                <a:solidFill>
                  <a:srgbClr val="FF0000"/>
                </a:solidFill>
              </a:rPr>
              <a:t>,</a:t>
            </a:r>
            <a:r>
              <a:rPr lang="en-US" b="1" dirty="0" smtClean="0">
                <a:solidFill>
                  <a:srgbClr val="FF0000"/>
                </a:solidFill>
              </a:rPr>
              <a:t> name):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			self.name=name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7755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Setter and Getter Methods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Getter Method: </a:t>
            </a:r>
          </a:p>
          <a:p>
            <a:pPr>
              <a:buNone/>
            </a:pPr>
            <a:r>
              <a:rPr lang="en-US" b="1" dirty="0" smtClean="0"/>
              <a:t>		Getter </a:t>
            </a:r>
            <a:r>
              <a:rPr lang="en-US" b="1" dirty="0" smtClean="0"/>
              <a:t>methods can be used to get values of the instance variables. Getter methods also known as </a:t>
            </a:r>
            <a:r>
              <a:rPr lang="en-US" b="1" dirty="0" err="1" smtClean="0"/>
              <a:t>accessor</a:t>
            </a:r>
            <a:r>
              <a:rPr lang="en-US" b="1" dirty="0" smtClean="0"/>
              <a:t> methods. </a:t>
            </a:r>
          </a:p>
          <a:p>
            <a:r>
              <a:rPr lang="en-US" b="1" dirty="0" smtClean="0"/>
              <a:t>syntax: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			def </a:t>
            </a:r>
            <a:r>
              <a:rPr lang="en-US" b="1" dirty="0" err="1" smtClean="0">
                <a:solidFill>
                  <a:srgbClr val="FF0000"/>
                </a:solidFill>
              </a:rPr>
              <a:t>getVariable</a:t>
            </a:r>
            <a:r>
              <a:rPr lang="en-US" b="1" dirty="0" smtClean="0">
                <a:solidFill>
                  <a:srgbClr val="FF0000"/>
                </a:solidFill>
              </a:rPr>
              <a:t>(self):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				return </a:t>
            </a:r>
            <a:r>
              <a:rPr lang="en-US" b="1" dirty="0" err="1" smtClean="0">
                <a:solidFill>
                  <a:srgbClr val="FF0000"/>
                </a:solidFill>
              </a:rPr>
              <a:t>self.variable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 smtClean="0"/>
              <a:t>Example: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			def </a:t>
            </a:r>
            <a:r>
              <a:rPr lang="en-US" b="1" dirty="0" err="1" smtClean="0">
                <a:solidFill>
                  <a:srgbClr val="FF0000"/>
                </a:solidFill>
              </a:rPr>
              <a:t>getName</a:t>
            </a:r>
            <a:r>
              <a:rPr lang="en-US" b="1" dirty="0" smtClean="0">
                <a:solidFill>
                  <a:srgbClr val="FF0000"/>
                </a:solidFill>
              </a:rPr>
              <a:t>(self):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				return </a:t>
            </a:r>
            <a:r>
              <a:rPr lang="en-US" b="1" dirty="0" smtClean="0">
                <a:solidFill>
                  <a:srgbClr val="FF0000"/>
                </a:solidFill>
              </a:rPr>
              <a:t>self.name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Class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/>
          <a:lstStyle/>
          <a:p>
            <a:r>
              <a:rPr lang="en-US" dirty="0" smtClean="0"/>
              <a:t>Inside method implementation if we are using only class variables (static variables), then such type of methods we should declare as class method.</a:t>
            </a:r>
          </a:p>
          <a:p>
            <a:r>
              <a:rPr lang="en-US" dirty="0" smtClean="0"/>
              <a:t>We can declare class method explicitly by using @</a:t>
            </a:r>
            <a:r>
              <a:rPr lang="en-US" dirty="0" err="1" smtClean="0"/>
              <a:t>classmethod</a:t>
            </a:r>
            <a:r>
              <a:rPr lang="en-US" dirty="0" smtClean="0"/>
              <a:t> decorator. </a:t>
            </a:r>
          </a:p>
          <a:p>
            <a:r>
              <a:rPr lang="en-US" dirty="0" smtClean="0"/>
              <a:t>For class method we should provide </a:t>
            </a:r>
            <a:r>
              <a:rPr lang="en-US" dirty="0" err="1" smtClean="0"/>
              <a:t>cls</a:t>
            </a:r>
            <a:r>
              <a:rPr lang="en-US" dirty="0" smtClean="0"/>
              <a:t> variable at the time of declaration.</a:t>
            </a:r>
          </a:p>
          <a:p>
            <a:r>
              <a:rPr lang="en-US" dirty="0" smtClean="0"/>
              <a:t>We can call </a:t>
            </a:r>
            <a:r>
              <a:rPr lang="en-US" dirty="0" err="1" smtClean="0"/>
              <a:t>classmethod</a:t>
            </a:r>
            <a:r>
              <a:rPr lang="en-US" dirty="0" smtClean="0"/>
              <a:t> by using </a:t>
            </a:r>
            <a:r>
              <a:rPr lang="en-US" dirty="0" err="1" smtClean="0"/>
              <a:t>classname</a:t>
            </a:r>
            <a:r>
              <a:rPr lang="en-US" dirty="0" smtClean="0"/>
              <a:t> or object reference variable.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918418"/>
          </a:xfrm>
        </p:spPr>
        <p:txBody>
          <a:bodyPr/>
          <a:lstStyle/>
          <a:p>
            <a:pPr algn="ctr"/>
            <a:r>
              <a:rPr lang="en-US" b="1" dirty="0" smtClean="0"/>
              <a:t>Static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b="1" dirty="0" smtClean="0"/>
              <a:t>Static methods </a:t>
            </a:r>
            <a:r>
              <a:rPr lang="en-US" dirty="0" smtClean="0"/>
              <a:t>are the methods which neither use instance variables nor static variable. </a:t>
            </a:r>
          </a:p>
          <a:p>
            <a:r>
              <a:rPr lang="en-US" dirty="0" smtClean="0"/>
              <a:t>It is a standalone method and is generally a utility method.</a:t>
            </a:r>
          </a:p>
          <a:p>
            <a:r>
              <a:rPr lang="en-US" dirty="0" smtClean="0"/>
              <a:t>We can mention a @</a:t>
            </a:r>
            <a:r>
              <a:rPr lang="en-US" dirty="0" err="1" smtClean="0"/>
              <a:t>staticmehtod</a:t>
            </a:r>
            <a:r>
              <a:rPr lang="en-US" dirty="0" smtClean="0"/>
              <a:t> </a:t>
            </a:r>
            <a:r>
              <a:rPr lang="en-US" dirty="0" err="1" smtClean="0"/>
              <a:t>decorater</a:t>
            </a:r>
            <a:r>
              <a:rPr lang="en-US" dirty="0" smtClean="0"/>
              <a:t> at the starting of any static method.</a:t>
            </a:r>
          </a:p>
          <a:p>
            <a:r>
              <a:rPr lang="en-US" dirty="0" smtClean="0"/>
              <a:t>We can access static methods by using </a:t>
            </a:r>
            <a:r>
              <a:rPr lang="en-US" dirty="0" err="1" smtClean="0"/>
              <a:t>classname</a:t>
            </a:r>
            <a:r>
              <a:rPr lang="en-US" dirty="0" smtClean="0"/>
              <a:t> or object reference.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print dictionary of Instance Variable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obj_reference_variable.__dict</a:t>
            </a:r>
            <a:r>
              <a:rPr lang="en-US" dirty="0" smtClean="0">
                <a:solidFill>
                  <a:srgbClr val="FF0000"/>
                </a:solidFill>
              </a:rPr>
              <a:t>__)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print(s1.__dict__)</a:t>
            </a:r>
          </a:p>
          <a:p>
            <a:r>
              <a:rPr lang="en-US" dirty="0" smtClean="0"/>
              <a:t>To print dictionary of Static Variable</a:t>
            </a:r>
          </a:p>
          <a:p>
            <a:pPr>
              <a:buNone/>
            </a:pPr>
            <a:r>
              <a:rPr lang="en-US" dirty="0" smtClean="0"/>
              <a:t>	     </a:t>
            </a: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Classname.__dict</a:t>
            </a:r>
            <a:r>
              <a:rPr lang="en-US" dirty="0" smtClean="0">
                <a:solidFill>
                  <a:srgbClr val="FF0000"/>
                </a:solidFill>
              </a:rPr>
              <a:t>__)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1646</TotalTime>
  <Words>1119</Words>
  <Application>Microsoft Office PowerPoint</Application>
  <PresentationFormat>On-screen Show (4:3)</PresentationFormat>
  <Paragraphs>193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Flow</vt:lpstr>
      <vt:lpstr>  OOP   </vt:lpstr>
      <vt:lpstr>Slide 2</vt:lpstr>
      <vt:lpstr>How to create Object Reference Variable</vt:lpstr>
      <vt:lpstr>self Variable</vt:lpstr>
      <vt:lpstr>Constructors in Python</vt:lpstr>
      <vt:lpstr>Slide 6</vt:lpstr>
      <vt:lpstr>Types of constructors </vt:lpstr>
      <vt:lpstr>Constructors in Python</vt:lpstr>
      <vt:lpstr>Reference variable</vt:lpstr>
      <vt:lpstr>Types of variables in OOPs </vt:lpstr>
      <vt:lpstr>Instance Variables</vt:lpstr>
      <vt:lpstr>Where to declare Instance Variable</vt:lpstr>
      <vt:lpstr>Where to declare Instance Variable</vt:lpstr>
      <vt:lpstr>How to access instance variable</vt:lpstr>
      <vt:lpstr>How to delete Instance Variable</vt:lpstr>
      <vt:lpstr>Class or Static Variables</vt:lpstr>
      <vt:lpstr>Where to declare static variable</vt:lpstr>
      <vt:lpstr>Where to declare static variable</vt:lpstr>
      <vt:lpstr>How to access Static Variable</vt:lpstr>
      <vt:lpstr>Modify Static variable</vt:lpstr>
      <vt:lpstr>Delete static variables </vt:lpstr>
      <vt:lpstr>Local Variable</vt:lpstr>
      <vt:lpstr>Types of Methods in OOPs</vt:lpstr>
      <vt:lpstr>Instance Methods</vt:lpstr>
      <vt:lpstr>Setter and Getter Methods </vt:lpstr>
      <vt:lpstr>Setter and Getter Methods </vt:lpstr>
      <vt:lpstr>Class Methods</vt:lpstr>
      <vt:lpstr>Static Methods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priti</dc:creator>
  <cp:lastModifiedBy>admin</cp:lastModifiedBy>
  <cp:revision>121</cp:revision>
  <dcterms:created xsi:type="dcterms:W3CDTF">2021-01-27T09:01:43Z</dcterms:created>
  <dcterms:modified xsi:type="dcterms:W3CDTF">2021-04-21T16:14:43Z</dcterms:modified>
</cp:coreProperties>
</file>