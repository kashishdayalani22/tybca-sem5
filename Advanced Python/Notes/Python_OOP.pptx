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73" r:id="rId4"/>
    <p:sldId id="271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BFF445-C31C-4903-B411-146AD585FCAD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OOP</a:t>
            </a:r>
            <a:r>
              <a:rPr lang="en-US" b="1" dirty="0" smtClean="0"/>
              <a:t> </a:t>
            </a:r>
            <a:r>
              <a:rPr lang="en-US" b="1" dirty="0"/>
              <a:t>	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315200" cy="1752600"/>
          </a:xfrm>
        </p:spPr>
        <p:txBody>
          <a:bodyPr/>
          <a:lstStyle/>
          <a:p>
            <a:r>
              <a:rPr lang="en-US" dirty="0" err="1"/>
              <a:t>Priti</a:t>
            </a:r>
            <a:r>
              <a:rPr lang="en-US" dirty="0"/>
              <a:t> Patel</a:t>
            </a:r>
          </a:p>
          <a:p>
            <a:r>
              <a:rPr lang="en-US" dirty="0"/>
              <a:t>Department of Computer Applications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Python Object Oriented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One of the popular approaches to solve a programming problem is by creating objects. This is known as Object-Oriented Programming (OOP).</a:t>
            </a:r>
          </a:p>
          <a:p>
            <a:r>
              <a:rPr lang="en-US" dirty="0" smtClean="0"/>
              <a:t>It is designed to solve real world problems, allows its user to create user defined data types in the form of classes.</a:t>
            </a:r>
          </a:p>
          <a:p>
            <a:r>
              <a:rPr lang="en-US" dirty="0" smtClean="0"/>
              <a:t>An object has two characteristics:</a:t>
            </a:r>
          </a:p>
          <a:p>
            <a:pPr lvl="1">
              <a:buNone/>
            </a:pPr>
            <a:r>
              <a:rPr lang="en-US" dirty="0" smtClean="0"/>
              <a:t>attributes</a:t>
            </a:r>
          </a:p>
          <a:p>
            <a:pPr lvl="1">
              <a:buNone/>
            </a:pPr>
            <a:r>
              <a:rPr lang="en-US" dirty="0" smtClean="0"/>
              <a:t>Behavior</a:t>
            </a:r>
          </a:p>
          <a:p>
            <a:pPr lvl="1"/>
            <a:r>
              <a:rPr lang="en-US" dirty="0" smtClean="0"/>
              <a:t>The concept of OOP in Python focuses on creating reusable 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Features of Object Oriented Programming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Classes</a:t>
            </a:r>
          </a:p>
          <a:p>
            <a:r>
              <a:rPr lang="en-US" dirty="0" smtClean="0"/>
              <a:t>Objects</a:t>
            </a:r>
          </a:p>
          <a:p>
            <a:r>
              <a:rPr lang="en-US" dirty="0" smtClean="0"/>
              <a:t>Methods</a:t>
            </a:r>
          </a:p>
          <a:p>
            <a:r>
              <a:rPr lang="en-US" dirty="0" smtClean="0"/>
              <a:t>Message passing</a:t>
            </a:r>
          </a:p>
          <a:p>
            <a:r>
              <a:rPr lang="en-US" dirty="0" smtClean="0"/>
              <a:t>Inheritance</a:t>
            </a:r>
          </a:p>
          <a:p>
            <a:r>
              <a:rPr lang="en-US" dirty="0" smtClean="0"/>
              <a:t>Polymorphism</a:t>
            </a:r>
          </a:p>
          <a:p>
            <a:r>
              <a:rPr lang="en-US" dirty="0" smtClean="0"/>
              <a:t>Containership</a:t>
            </a:r>
          </a:p>
          <a:p>
            <a:r>
              <a:rPr lang="en-US" dirty="0" smtClean="0"/>
              <a:t>Reusability</a:t>
            </a:r>
          </a:p>
          <a:p>
            <a:r>
              <a:rPr lang="en-US" dirty="0" smtClean="0"/>
              <a:t>Delegation</a:t>
            </a:r>
          </a:p>
          <a:p>
            <a:r>
              <a:rPr lang="en-US" dirty="0" smtClean="0"/>
              <a:t>Data Abstraction and Encapsulation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class is a template or blueprint that describes the structure and </a:t>
            </a:r>
            <a:r>
              <a:rPr lang="en-US" dirty="0" err="1" smtClean="0"/>
              <a:t>behaviour</a:t>
            </a:r>
            <a:r>
              <a:rPr lang="en-US" dirty="0" smtClean="0"/>
              <a:t>  of a set of similar objects .</a:t>
            </a:r>
          </a:p>
          <a:p>
            <a:r>
              <a:rPr lang="en-US" dirty="0" smtClean="0"/>
              <a:t> </a:t>
            </a:r>
            <a:r>
              <a:rPr lang="en-US" dirty="0" smtClean="0">
                <a:solidFill>
                  <a:srgbClr val="FF0000"/>
                </a:solidFill>
              </a:rPr>
              <a:t>It is a logical entity that has some specific attributes and </a:t>
            </a:r>
            <a:r>
              <a:rPr lang="en-US" dirty="0" smtClean="0">
                <a:solidFill>
                  <a:srgbClr val="FF0000"/>
                </a:solidFill>
              </a:rPr>
              <a:t>methods.</a:t>
            </a:r>
          </a:p>
          <a:p>
            <a:pPr fontAlgn="base"/>
            <a:r>
              <a:rPr lang="en-US" dirty="0" smtClean="0"/>
              <a:t>A class is a group of objects that share common properties and behavior.</a:t>
            </a:r>
          </a:p>
          <a:p>
            <a:pPr fontAlgn="base"/>
            <a:r>
              <a:rPr lang="en-US" i="1" dirty="0" smtClean="0"/>
              <a:t>For example, we can consider a car as a class that has characteristics like steering wheels, seats, brakes, etc. And its behavior is </a:t>
            </a:r>
            <a:r>
              <a:rPr lang="en-US" i="1" dirty="0" err="1" smtClean="0"/>
              <a:t>mobility.Honda</a:t>
            </a:r>
            <a:r>
              <a:rPr lang="en-US" i="1" dirty="0" smtClean="0"/>
              <a:t> </a:t>
            </a:r>
            <a:r>
              <a:rPr lang="en-US" i="1" dirty="0" err="1" smtClean="0"/>
              <a:t>City,Hyndai</a:t>
            </a:r>
            <a:r>
              <a:rPr lang="en-US" i="1" dirty="0" smtClean="0"/>
              <a:t> are an objects of </a:t>
            </a:r>
            <a:r>
              <a:rPr lang="en-US" i="1" smtClean="0"/>
              <a:t>car class.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class can be defined as a collection of objects.</a:t>
            </a:r>
          </a:p>
          <a:p>
            <a:r>
              <a:rPr lang="en-US" dirty="0" smtClean="0"/>
              <a:t>Classes define properties and </a:t>
            </a:r>
            <a:r>
              <a:rPr lang="en-US" dirty="0" err="1" smtClean="0"/>
              <a:t>behaviour</a:t>
            </a:r>
            <a:r>
              <a:rPr lang="en-US" dirty="0" smtClean="0"/>
              <a:t> of objects.</a:t>
            </a:r>
          </a:p>
          <a:p>
            <a:r>
              <a:rPr lang="en-US" dirty="0" smtClean="0"/>
              <a:t>It is user defined data type that behaves same as the built in data types.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7755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An object (instance) is an instantiation of a class. When class is defined, only the description for the object is defined. Therefore, no memory or storage is allocated.</a:t>
            </a:r>
          </a:p>
          <a:p>
            <a:r>
              <a:rPr lang="en-US" dirty="0" smtClean="0"/>
              <a:t>An object is an instance of  a class which can be uniquely identified by its name.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An object is physical actuality.</a:t>
            </a:r>
          </a:p>
          <a:p>
            <a:r>
              <a:rPr lang="en-US" dirty="0" smtClean="0"/>
              <a:t>Every object of  the class has its own set of values.</a:t>
            </a:r>
          </a:p>
          <a:p>
            <a:r>
              <a:rPr lang="en-US" dirty="0" smtClean="0"/>
              <a:t>Therefore, two distinguishable objects can have the same set of values.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Generally, the set of values that the object takes at a particular time is known as the State of the Object.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7858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Method and Message Passing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324492"/>
          </a:xfrm>
        </p:spPr>
        <p:txBody>
          <a:bodyPr/>
          <a:lstStyle/>
          <a:p>
            <a:r>
              <a:rPr lang="en-US" dirty="0" smtClean="0"/>
              <a:t>Method is function associated with  a class.</a:t>
            </a:r>
          </a:p>
          <a:p>
            <a:r>
              <a:rPr lang="en-US" dirty="0" smtClean="0"/>
              <a:t>It defines a operation that object can execute when it receives a message.</a:t>
            </a:r>
          </a:p>
          <a:p>
            <a:r>
              <a:rPr lang="en-US" dirty="0" smtClean="0"/>
              <a:t>In OOP, only methods of the class can access and manipulate the data stored in an instance of  the class(or object).</a:t>
            </a:r>
          </a:p>
          <a:p>
            <a:r>
              <a:rPr lang="en-US" dirty="0" smtClean="0"/>
              <a:t>Two objects can communicate with each other through messages.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The data that is transferred with the message is called parameters.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7554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Inheritance is  a concept of OOP, in which a new class is created from  an existing class.</a:t>
            </a:r>
          </a:p>
          <a:p>
            <a:r>
              <a:rPr lang="en-US" dirty="0" smtClean="0"/>
              <a:t>New class is known as derived class or sub class.</a:t>
            </a:r>
          </a:p>
          <a:p>
            <a:r>
              <a:rPr lang="en-US" dirty="0" smtClean="0"/>
              <a:t>Existing class is known as base class or super class.</a:t>
            </a:r>
          </a:p>
          <a:p>
            <a:r>
              <a:rPr lang="en-US" dirty="0" smtClean="0"/>
              <a:t>A subclass can inherit properties and methods from multiple </a:t>
            </a:r>
            <a:r>
              <a:rPr lang="en-US" dirty="0" err="1" smtClean="0"/>
              <a:t>superclasses</a:t>
            </a:r>
            <a:r>
              <a:rPr lang="en-US" dirty="0" smtClean="0"/>
              <a:t>. This is called multiple  inheritance.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OOP,Inheritance</a:t>
            </a:r>
            <a:r>
              <a:rPr lang="en-US" dirty="0" smtClean="0"/>
              <a:t> represents a ‘Is-a’ relationship.</a:t>
            </a:r>
          </a:p>
          <a:p>
            <a:endParaRPr lang="en-US" dirty="0" smtClean="0"/>
          </a:p>
          <a:p>
            <a:pPr fontAlgn="base"/>
            <a:r>
              <a:rPr lang="en-US" dirty="0" smtClean="0"/>
              <a:t>The benefits of inheritance are: </a:t>
            </a:r>
            <a:br>
              <a:rPr lang="en-US" dirty="0" smtClean="0"/>
            </a:br>
            <a:r>
              <a:rPr lang="en-US" dirty="0" smtClean="0"/>
              <a:t> </a:t>
            </a:r>
          </a:p>
          <a:p>
            <a:pPr fontAlgn="base"/>
            <a:r>
              <a:rPr lang="en-US" dirty="0" smtClean="0"/>
              <a:t>It represents real-world relationships well.</a:t>
            </a:r>
          </a:p>
          <a:p>
            <a:pPr fontAlgn="base"/>
            <a:r>
              <a:rPr lang="en-US" dirty="0" smtClean="0"/>
              <a:t>It provides </a:t>
            </a:r>
            <a:r>
              <a:rPr lang="en-US" b="1" dirty="0" smtClean="0"/>
              <a:t>reusability</a:t>
            </a:r>
            <a:r>
              <a:rPr lang="en-US" dirty="0" smtClean="0"/>
              <a:t> of a code. We don’t have to write the same code again and again. Also, it allows us to add more features to a class without modifying it.</a:t>
            </a:r>
          </a:p>
          <a:p>
            <a:pPr fontAlgn="base"/>
            <a:r>
              <a:rPr lang="en-US" dirty="0" smtClean="0"/>
              <a:t>It is transitive in nature, which means that if class B inherits from another class A, then all the subclasses of B would automatically inherit from class A.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Polymorphism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word polymorphism means having many forms.</a:t>
            </a:r>
          </a:p>
          <a:p>
            <a:r>
              <a:rPr lang="en-US" dirty="0" smtClean="0"/>
              <a:t>In programming, polymorphism means same function name (but different signatures) being uses for different types.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len</a:t>
            </a:r>
            <a:r>
              <a:rPr lang="en-US" dirty="0" smtClean="0">
                <a:solidFill>
                  <a:srgbClr val="FF0000"/>
                </a:solidFill>
              </a:rPr>
              <a:t>([10, 20, 30]))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len</a:t>
            </a:r>
            <a:r>
              <a:rPr lang="en-US" dirty="0" smtClean="0">
                <a:solidFill>
                  <a:srgbClr val="FF0000"/>
                </a:solidFill>
              </a:rPr>
              <a:t>("geeks"))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Polymorphism can </a:t>
            </a:r>
            <a:r>
              <a:rPr lang="en-US" dirty="0" err="1" smtClean="0">
                <a:solidFill>
                  <a:srgbClr val="FF0000"/>
                </a:solidFill>
              </a:rPr>
              <a:t>alse</a:t>
            </a:r>
            <a:r>
              <a:rPr lang="en-US" dirty="0" smtClean="0">
                <a:solidFill>
                  <a:srgbClr val="FF0000"/>
                </a:solidFill>
              </a:rPr>
              <a:t> be applied to operators.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Containership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Containership is ability  of a class to contain objects of one or more classes as member data.</a:t>
            </a:r>
          </a:p>
          <a:p>
            <a:r>
              <a:rPr lang="en-US" dirty="0" smtClean="0"/>
              <a:t>Containership is also known as composition.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OOP,containership</a:t>
            </a:r>
            <a:r>
              <a:rPr lang="en-US" dirty="0" smtClean="0"/>
              <a:t> represents a ‘Has-a’ relationship.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846980"/>
          </a:xfrm>
        </p:spPr>
        <p:txBody>
          <a:bodyPr/>
          <a:lstStyle/>
          <a:p>
            <a:pPr algn="ctr"/>
            <a:r>
              <a:rPr lang="en-US" dirty="0" err="1" smtClean="0"/>
              <a:t>Reusablity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/>
          <a:lstStyle/>
          <a:p>
            <a:r>
              <a:rPr lang="en-US" dirty="0" err="1" smtClean="0"/>
              <a:t>Reusablity</a:t>
            </a:r>
            <a:r>
              <a:rPr lang="en-US" dirty="0" smtClean="0"/>
              <a:t> means developing a code that can be reused  either in same program or in different programs.</a:t>
            </a:r>
          </a:p>
          <a:p>
            <a:r>
              <a:rPr lang="en-US" dirty="0" smtClean="0"/>
              <a:t>Reusability is attained through </a:t>
            </a:r>
            <a:r>
              <a:rPr lang="en-US" dirty="0" err="1" smtClean="0"/>
              <a:t>inheritance,containership,polymorphism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7041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Delegation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/>
          <a:lstStyle/>
          <a:p>
            <a:r>
              <a:rPr lang="en-US" dirty="0" smtClean="0"/>
              <a:t>In delegation, more than one object is involved in handling a request.</a:t>
            </a:r>
          </a:p>
          <a:p>
            <a:r>
              <a:rPr lang="en-US" dirty="0" smtClean="0"/>
              <a:t>The object that receives the request for a service , delegates it to another object called its delegate.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example,our</a:t>
            </a:r>
            <a:r>
              <a:rPr lang="en-US" dirty="0" smtClean="0"/>
              <a:t> body is made up of </a:t>
            </a:r>
            <a:r>
              <a:rPr lang="en-US" dirty="0" err="1" smtClean="0"/>
              <a:t>brain,heart,hands,ear,eyes</a:t>
            </a:r>
            <a:r>
              <a:rPr lang="en-US" dirty="0" smtClean="0"/>
              <a:t>  </a:t>
            </a:r>
            <a:r>
              <a:rPr lang="en-US" dirty="0" err="1" smtClean="0"/>
              <a:t>etc.The</a:t>
            </a:r>
            <a:r>
              <a:rPr lang="en-US" dirty="0" smtClean="0"/>
              <a:t> functioning of the whole body  as a system rests on correct functioning of the parts it is composed of.</a:t>
            </a:r>
          </a:p>
          <a:p>
            <a:r>
              <a:rPr lang="en-US" dirty="0" smtClean="0"/>
              <a:t>Delegation means one object is dependent on another object to provide functionalities.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8572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Data Abstraction and 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Data abstraction </a:t>
            </a:r>
            <a:r>
              <a:rPr lang="en-US" dirty="0" smtClean="0"/>
              <a:t>refers to the process by which data and functions are defined in such a way that only essential details are revealed and implementation details are hidden.</a:t>
            </a:r>
          </a:p>
          <a:p>
            <a:r>
              <a:rPr lang="en-US" dirty="0" smtClean="0"/>
              <a:t>The main focus of data abstraction is to separate the interface and implementation of a program.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Data Encapsulation, also called data hiding, </a:t>
            </a:r>
            <a:r>
              <a:rPr lang="en-US" dirty="0" smtClean="0"/>
              <a:t>is the technique of packing data and functions into a single </a:t>
            </a:r>
            <a:r>
              <a:rPr lang="en-US" dirty="0" err="1" smtClean="0"/>
              <a:t>componant</a:t>
            </a:r>
            <a:r>
              <a:rPr lang="en-US" dirty="0" smtClean="0"/>
              <a:t> to hide its </a:t>
            </a:r>
            <a:r>
              <a:rPr lang="en-US" dirty="0" err="1" smtClean="0"/>
              <a:t>implementatio</a:t>
            </a:r>
            <a:r>
              <a:rPr lang="en-US" dirty="0" smtClean="0"/>
              <a:t> details of a class from the user.</a:t>
            </a:r>
          </a:p>
          <a:p>
            <a:r>
              <a:rPr lang="en-US" dirty="0" smtClean="0"/>
              <a:t>Encapsulation defines three access levels for data variables and functions of the </a:t>
            </a:r>
            <a:r>
              <a:rPr lang="en-US" dirty="0" err="1" smtClean="0"/>
              <a:t>class.These</a:t>
            </a:r>
            <a:r>
              <a:rPr lang="en-US" dirty="0" smtClean="0"/>
              <a:t> are </a:t>
            </a:r>
            <a:r>
              <a:rPr lang="en-US" dirty="0" err="1" smtClean="0"/>
              <a:t>Public,protected</a:t>
            </a:r>
            <a:r>
              <a:rPr lang="en-US" dirty="0" smtClean="0"/>
              <a:t> and private.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9286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Merits of Object Oriented Programming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Elimination of redundant code through inheritance.</a:t>
            </a:r>
          </a:p>
          <a:p>
            <a:r>
              <a:rPr lang="en-US" dirty="0" smtClean="0"/>
              <a:t>Higher productivity and reduced development time due to reusability of the existing modules.</a:t>
            </a:r>
          </a:p>
          <a:p>
            <a:r>
              <a:rPr lang="en-US" dirty="0" smtClean="0"/>
              <a:t>Secure program as data can not be modified or accessed by any code outside the class.</a:t>
            </a:r>
          </a:p>
          <a:p>
            <a:r>
              <a:rPr lang="en-US" dirty="0" smtClean="0"/>
              <a:t>Real world object in the problem domain can be easily mapped to objects in the program.</a:t>
            </a:r>
          </a:p>
          <a:p>
            <a:r>
              <a:rPr lang="en-US" dirty="0" smtClean="0"/>
              <a:t>Program can be easily divided into parts based on objects.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9286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Demerits of Object Oriented Programming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It require greater processing overhead as they demand more resources.</a:t>
            </a:r>
          </a:p>
          <a:p>
            <a:r>
              <a:rPr lang="en-US" dirty="0" smtClean="0"/>
              <a:t>Requires more skills to learn and implement the concepts.</a:t>
            </a:r>
          </a:p>
          <a:p>
            <a:r>
              <a:rPr lang="en-US" dirty="0" smtClean="0"/>
              <a:t>Beneficial only for large and complicated programs.</a:t>
            </a:r>
          </a:p>
          <a:p>
            <a:r>
              <a:rPr lang="en-US" dirty="0" smtClean="0"/>
              <a:t>Programmer must have a good command in software engineering and programming methodology.</a:t>
            </a:r>
          </a:p>
          <a:p>
            <a:r>
              <a:rPr lang="en-US" dirty="0" smtClean="0"/>
              <a:t>OOP can not work with an existing system.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442</TotalTime>
  <Words>780</Words>
  <Application>Microsoft Office PowerPoint</Application>
  <PresentationFormat>On-screen Show (4:3)</PresentationFormat>
  <Paragraphs>89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  OOP   </vt:lpstr>
      <vt:lpstr>Python Object Oriented Programming</vt:lpstr>
      <vt:lpstr>Features of Object Oriented Programming </vt:lpstr>
      <vt:lpstr>Class</vt:lpstr>
      <vt:lpstr>Object</vt:lpstr>
      <vt:lpstr>Method and Message Passing</vt:lpstr>
      <vt:lpstr>Inheritance</vt:lpstr>
      <vt:lpstr>Polymorphism</vt:lpstr>
      <vt:lpstr>Containership</vt:lpstr>
      <vt:lpstr>Reusablity</vt:lpstr>
      <vt:lpstr>Delegation</vt:lpstr>
      <vt:lpstr>Data Abstraction and Encapsulation</vt:lpstr>
      <vt:lpstr>Merits of Object Oriented Programming </vt:lpstr>
      <vt:lpstr>Demerits of Object Oriented Programming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priti</dc:creator>
  <cp:lastModifiedBy>admin</cp:lastModifiedBy>
  <cp:revision>57</cp:revision>
  <dcterms:created xsi:type="dcterms:W3CDTF">2021-01-27T09:01:43Z</dcterms:created>
  <dcterms:modified xsi:type="dcterms:W3CDTF">2021-04-05T06:09:11Z</dcterms:modified>
</cp:coreProperties>
</file>