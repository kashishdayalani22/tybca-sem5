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69" r:id="rId2"/>
    <p:sldId id="274" r:id="rId3"/>
    <p:sldId id="275" r:id="rId4"/>
    <p:sldId id="276" r:id="rId5"/>
    <p:sldId id="278" r:id="rId6"/>
    <p:sldId id="277" r:id="rId7"/>
    <p:sldId id="279" r:id="rId8"/>
    <p:sldId id="281" r:id="rId9"/>
    <p:sldId id="282" r:id="rId10"/>
    <p:sldId id="283" r:id="rId11"/>
    <p:sldId id="284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470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E48264-6C79-4F3D-8006-977AF28E1088}" type="datetimeFigureOut">
              <a:rPr lang="en-US" smtClean="0"/>
              <a:pPr/>
              <a:t>4/28/2021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8E506F-2551-44ED-89A3-80FCC1DB778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FF445-C31C-4903-B411-146AD585FCAD}" type="datetimeFigureOut">
              <a:rPr lang="en-US" smtClean="0"/>
              <a:pPr/>
              <a:t>4/28/2021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53F1-FF5E-4524-A012-219D092B21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FF445-C31C-4903-B411-146AD585FCAD}" type="datetimeFigureOut">
              <a:rPr lang="en-US" smtClean="0"/>
              <a:pPr/>
              <a:t>4/28/2021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53F1-FF5E-4524-A012-219D092B21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FF445-C31C-4903-B411-146AD585FCAD}" type="datetimeFigureOut">
              <a:rPr lang="en-US" smtClean="0"/>
              <a:pPr/>
              <a:t>4/28/2021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53F1-FF5E-4524-A012-219D092B21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FF445-C31C-4903-B411-146AD585FCAD}" type="datetimeFigureOut">
              <a:rPr lang="en-US" smtClean="0"/>
              <a:pPr/>
              <a:t>4/28/2021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53F1-FF5E-4524-A012-219D092B21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FF445-C31C-4903-B411-146AD585FCAD}" type="datetimeFigureOut">
              <a:rPr lang="en-US" smtClean="0"/>
              <a:pPr/>
              <a:t>4/28/2021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53F1-FF5E-4524-A012-219D092B21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FF445-C31C-4903-B411-146AD585FCAD}" type="datetimeFigureOut">
              <a:rPr lang="en-US" smtClean="0"/>
              <a:pPr/>
              <a:t>4/28/2021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53F1-FF5E-4524-A012-219D092B21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FF445-C31C-4903-B411-146AD585FCAD}" type="datetimeFigureOut">
              <a:rPr lang="en-US" smtClean="0"/>
              <a:pPr/>
              <a:t>4/28/2021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53F1-FF5E-4524-A012-219D092B21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FF445-C31C-4903-B411-146AD585FCAD}" type="datetimeFigureOut">
              <a:rPr lang="en-US" smtClean="0"/>
              <a:pPr/>
              <a:t>4/28/2021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53F1-FF5E-4524-A012-219D092B21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FF445-C31C-4903-B411-146AD585FCAD}" type="datetimeFigureOut">
              <a:rPr lang="en-US" smtClean="0"/>
              <a:pPr/>
              <a:t>4/28/2021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16B353F1-FF5E-4524-A012-219D092B21B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FF445-C31C-4903-B411-146AD585FCAD}" type="datetimeFigureOut">
              <a:rPr lang="en-US" smtClean="0"/>
              <a:pPr/>
              <a:t>4/28/2021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53F1-FF5E-4524-A012-219D092B21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FF445-C31C-4903-B411-146AD585FCAD}" type="datetimeFigureOut">
              <a:rPr lang="en-US" smtClean="0"/>
              <a:pPr/>
              <a:t>4/28/2021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53F1-FF5E-4524-A012-219D092B21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6BBFF445-C31C-4903-B411-146AD585FCAD}" type="datetimeFigureOut">
              <a:rPr lang="en-US" smtClean="0"/>
              <a:pPr/>
              <a:t>4/28/2021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6B353F1-FF5E-4524-A012-219D092B21B7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95401"/>
            <a:ext cx="7772400" cy="2305050"/>
          </a:xfrm>
        </p:spPr>
        <p:txBody>
          <a:bodyPr>
            <a:normAutofit fontScale="90000"/>
          </a:bodyPr>
          <a:lstStyle/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 </a:t>
            </a:r>
            <a:r>
              <a:rPr lang="en-US" dirty="0" smtClean="0"/>
              <a:t>OOP</a:t>
            </a:r>
            <a:r>
              <a:rPr lang="en-US" b="1" dirty="0" smtClean="0"/>
              <a:t> </a:t>
            </a:r>
            <a:r>
              <a:rPr lang="en-US" b="1" dirty="0"/>
              <a:t>	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886200"/>
            <a:ext cx="7315200" cy="1752600"/>
          </a:xfrm>
        </p:spPr>
        <p:txBody>
          <a:bodyPr/>
          <a:lstStyle/>
          <a:p>
            <a:r>
              <a:rPr lang="en-US" dirty="0" err="1"/>
              <a:t>Priti</a:t>
            </a:r>
            <a:r>
              <a:rPr lang="en-US" dirty="0"/>
              <a:t> Patel</a:t>
            </a:r>
          </a:p>
          <a:p>
            <a:r>
              <a:rPr lang="en-US" dirty="0"/>
              <a:t>Department of Computer Applications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Topics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Polymorphism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357166"/>
            <a:ext cx="8229600" cy="918418"/>
          </a:xfrm>
        </p:spPr>
        <p:txBody>
          <a:bodyPr>
            <a:normAutofit/>
          </a:bodyPr>
          <a:lstStyle/>
          <a:p>
            <a:pPr algn="ctr"/>
            <a:r>
              <a:rPr lang="en-US" dirty="0" smtClean="0"/>
              <a:t>Polymorphism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2984"/>
            <a:ext cx="8229600" cy="5181616"/>
          </a:xfrm>
        </p:spPr>
        <p:txBody>
          <a:bodyPr/>
          <a:lstStyle/>
          <a:p>
            <a:r>
              <a:rPr lang="en-US" dirty="0" smtClean="0"/>
              <a:t>Polymorphism means having vivid or different forms.</a:t>
            </a:r>
          </a:p>
          <a:p>
            <a:r>
              <a:rPr lang="en-US" dirty="0" smtClean="0"/>
              <a:t>In the programming world, Polymorphism refers to the ability of the function with the same name to carry different functionality altogether.</a:t>
            </a:r>
          </a:p>
          <a:p>
            <a:r>
              <a:rPr lang="en-US" dirty="0" smtClean="0"/>
              <a:t> It creates a structure that can use many forms of objects.</a:t>
            </a:r>
          </a:p>
          <a:p>
            <a:r>
              <a:rPr lang="en-US" dirty="0" smtClean="0"/>
              <a:t> + operator acts as concatenation and arithmetic addition </a:t>
            </a:r>
          </a:p>
          <a:p>
            <a:r>
              <a:rPr lang="en-US" dirty="0" smtClean="0"/>
              <a:t>* operator acts as multiplication and repetition operator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357166"/>
            <a:ext cx="8229600" cy="918418"/>
          </a:xfrm>
        </p:spPr>
        <p:txBody>
          <a:bodyPr/>
          <a:lstStyle/>
          <a:p>
            <a:pPr algn="ctr"/>
            <a:r>
              <a:rPr lang="en-US" b="1" dirty="0" smtClean="0"/>
              <a:t>Overloading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28736"/>
            <a:ext cx="8229600" cy="4895864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/>
              <a:t>We can use same operator or methods for different purposes. </a:t>
            </a:r>
          </a:p>
          <a:p>
            <a:r>
              <a:rPr lang="en-US" dirty="0" smtClean="0"/>
              <a:t>+ operator can be used for Arithmetic addition and String concatenation </a:t>
            </a:r>
          </a:p>
          <a:p>
            <a:pPr lvl="1">
              <a:buNone/>
            </a:pPr>
            <a:r>
              <a:rPr lang="en-US" dirty="0" smtClean="0">
                <a:solidFill>
                  <a:srgbClr val="FF0000"/>
                </a:solidFill>
              </a:rPr>
              <a:t>print(10+20)  #30 </a:t>
            </a:r>
          </a:p>
          <a:p>
            <a:pPr lvl="1">
              <a:buNone/>
            </a:pPr>
            <a:r>
              <a:rPr lang="en-US" dirty="0" smtClean="0">
                <a:solidFill>
                  <a:srgbClr val="FF0000"/>
                </a:solidFill>
              </a:rPr>
              <a:t>print(‘</a:t>
            </a:r>
            <a:r>
              <a:rPr lang="en-US" dirty="0" err="1" smtClean="0">
                <a:solidFill>
                  <a:srgbClr val="FF0000"/>
                </a:solidFill>
              </a:rPr>
              <a:t>Dhyey'+‘Patel</a:t>
            </a:r>
            <a:r>
              <a:rPr lang="en-US" dirty="0" smtClean="0">
                <a:solidFill>
                  <a:srgbClr val="FF0000"/>
                </a:solidFill>
              </a:rPr>
              <a:t>')   #</a:t>
            </a:r>
            <a:r>
              <a:rPr lang="en-US" dirty="0" err="1" smtClean="0">
                <a:solidFill>
                  <a:srgbClr val="FF0000"/>
                </a:solidFill>
              </a:rPr>
              <a:t>DheyePatel</a:t>
            </a:r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 smtClean="0"/>
              <a:t>* operator can be used for multiplication and string repetition purposes. </a:t>
            </a:r>
          </a:p>
          <a:p>
            <a:pPr lvl="1">
              <a:buNone/>
            </a:pPr>
            <a:r>
              <a:rPr lang="en-US" dirty="0" smtClean="0">
                <a:solidFill>
                  <a:srgbClr val="FF0000"/>
                </a:solidFill>
              </a:rPr>
              <a:t>print(10*20)#200 </a:t>
            </a:r>
          </a:p>
          <a:p>
            <a:pPr lvl="1">
              <a:buNone/>
            </a:pPr>
            <a:r>
              <a:rPr lang="en-US" dirty="0" smtClean="0">
                <a:solidFill>
                  <a:srgbClr val="FF0000"/>
                </a:solidFill>
              </a:rPr>
              <a:t>print(‘</a:t>
            </a:r>
            <a:r>
              <a:rPr lang="en-US" dirty="0" err="1" smtClean="0">
                <a:solidFill>
                  <a:srgbClr val="FF0000"/>
                </a:solidFill>
              </a:rPr>
              <a:t>dhyey</a:t>
            </a:r>
            <a:r>
              <a:rPr lang="en-US" dirty="0" smtClean="0">
                <a:solidFill>
                  <a:srgbClr val="FF0000"/>
                </a:solidFill>
              </a:rPr>
              <a:t>'*3)#</a:t>
            </a:r>
            <a:r>
              <a:rPr lang="en-US" dirty="0" err="1" smtClean="0">
                <a:solidFill>
                  <a:srgbClr val="FF0000"/>
                </a:solidFill>
              </a:rPr>
              <a:t>dhyeydhyeydhyey</a:t>
            </a:r>
            <a:endParaRPr lang="en-US" dirty="0" smtClean="0">
              <a:solidFill>
                <a:srgbClr val="FF0000"/>
              </a:solidFill>
            </a:endParaRPr>
          </a:p>
          <a:p>
            <a:r>
              <a:rPr lang="en-US" sz="2800" dirty="0" smtClean="0"/>
              <a:t>We can use deposit() method to deposit cash or </a:t>
            </a:r>
            <a:r>
              <a:rPr lang="en-US" sz="2800" dirty="0" err="1" smtClean="0"/>
              <a:t>cheque</a:t>
            </a:r>
            <a:r>
              <a:rPr lang="en-US" sz="2800" dirty="0" smtClean="0"/>
              <a:t> or </a:t>
            </a:r>
            <a:r>
              <a:rPr lang="en-US" sz="2800" dirty="0" err="1" smtClean="0"/>
              <a:t>dd</a:t>
            </a:r>
            <a:r>
              <a:rPr lang="en-US" sz="2800" dirty="0" smtClean="0"/>
              <a:t> </a:t>
            </a:r>
          </a:p>
          <a:p>
            <a:pPr lvl="1">
              <a:buNone/>
            </a:pPr>
            <a:r>
              <a:rPr lang="en-US" dirty="0" smtClean="0">
                <a:solidFill>
                  <a:srgbClr val="FF0000"/>
                </a:solidFill>
              </a:rPr>
              <a:t>deposit(cash) </a:t>
            </a:r>
          </a:p>
          <a:p>
            <a:pPr lvl="1">
              <a:buNone/>
            </a:pPr>
            <a:r>
              <a:rPr lang="en-US" dirty="0" smtClean="0">
                <a:solidFill>
                  <a:srgbClr val="FF0000"/>
                </a:solidFill>
              </a:rPr>
              <a:t>deposit(</a:t>
            </a:r>
            <a:r>
              <a:rPr lang="en-US" dirty="0" err="1" smtClean="0">
                <a:solidFill>
                  <a:srgbClr val="FF0000"/>
                </a:solidFill>
              </a:rPr>
              <a:t>cheque</a:t>
            </a:r>
            <a:r>
              <a:rPr lang="en-US" dirty="0" smtClean="0">
                <a:solidFill>
                  <a:srgbClr val="FF0000"/>
                </a:solidFill>
              </a:rPr>
              <a:t>) </a:t>
            </a:r>
          </a:p>
          <a:p>
            <a:pPr lvl="1">
              <a:buNone/>
            </a:pPr>
            <a:r>
              <a:rPr lang="en-US" dirty="0" smtClean="0">
                <a:solidFill>
                  <a:srgbClr val="FF0000"/>
                </a:solidFill>
              </a:rPr>
              <a:t>deposit(</a:t>
            </a:r>
            <a:r>
              <a:rPr lang="en-US" dirty="0" err="1" smtClean="0">
                <a:solidFill>
                  <a:srgbClr val="FF0000"/>
                </a:solidFill>
              </a:rPr>
              <a:t>dd</a:t>
            </a:r>
            <a:r>
              <a:rPr lang="en-US" dirty="0" smtClean="0">
                <a:solidFill>
                  <a:srgbClr val="FF0000"/>
                </a:solidFill>
              </a:rPr>
              <a:t>) 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357166"/>
            <a:ext cx="8229600" cy="918418"/>
          </a:xfrm>
        </p:spPr>
        <p:txBody>
          <a:bodyPr/>
          <a:lstStyle/>
          <a:p>
            <a:pPr algn="ctr"/>
            <a:r>
              <a:rPr lang="en-US" b="1" dirty="0" smtClean="0"/>
              <a:t>Overloading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28736"/>
            <a:ext cx="8229600" cy="4895864"/>
          </a:xfrm>
        </p:spPr>
        <p:txBody>
          <a:bodyPr>
            <a:normAutofit/>
          </a:bodyPr>
          <a:lstStyle/>
          <a:p>
            <a:r>
              <a:rPr lang="en-US" b="1" dirty="0" smtClean="0"/>
              <a:t>There are 3 types of overloading </a:t>
            </a:r>
          </a:p>
          <a:p>
            <a:pPr>
              <a:buNone/>
            </a:pPr>
            <a:r>
              <a:rPr lang="en-US" b="1" dirty="0" smtClean="0"/>
              <a:t>1. Operator Overloading </a:t>
            </a:r>
          </a:p>
          <a:p>
            <a:pPr>
              <a:buNone/>
            </a:pPr>
            <a:r>
              <a:rPr lang="en-US" b="1" dirty="0" smtClean="0"/>
              <a:t>2. Method Overloading </a:t>
            </a:r>
          </a:p>
          <a:p>
            <a:pPr>
              <a:buNone/>
            </a:pPr>
            <a:r>
              <a:rPr lang="en-US" b="1" dirty="0" smtClean="0"/>
              <a:t>3. Constructor Overloading 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285728"/>
            <a:ext cx="8229600" cy="846980"/>
          </a:xfrm>
        </p:spPr>
        <p:txBody>
          <a:bodyPr/>
          <a:lstStyle/>
          <a:p>
            <a:pPr algn="ctr"/>
            <a:r>
              <a:rPr lang="en-US" b="1" dirty="0" smtClean="0"/>
              <a:t>Operator Overloading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5038740"/>
          </a:xfrm>
        </p:spPr>
        <p:txBody>
          <a:bodyPr/>
          <a:lstStyle/>
          <a:p>
            <a:r>
              <a:rPr lang="en-US" dirty="0" smtClean="0"/>
              <a:t> Python allows the same operator to have different meaning according to the context is called operator overloading.</a:t>
            </a:r>
          </a:p>
          <a:p>
            <a:r>
              <a:rPr lang="en-US" dirty="0" smtClean="0"/>
              <a:t>Python supports operator overloading</a:t>
            </a:r>
            <a:r>
              <a:rPr lang="en-US" b="1" dirty="0" smtClean="0"/>
              <a:t>. 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285728"/>
            <a:ext cx="8229600" cy="918418"/>
          </a:xfrm>
        </p:spPr>
        <p:txBody>
          <a:bodyPr>
            <a:normAutofit/>
          </a:bodyPr>
          <a:lstStyle/>
          <a:p>
            <a:pPr algn="ctr"/>
            <a:r>
              <a:rPr lang="en-US" b="1" dirty="0" smtClean="0"/>
              <a:t>Python Special Functions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5038740"/>
          </a:xfrm>
        </p:spPr>
        <p:txBody>
          <a:bodyPr/>
          <a:lstStyle/>
          <a:p>
            <a:r>
              <a:rPr lang="en-US" dirty="0" smtClean="0"/>
              <a:t>Class functions that begin with double underscore __ are called special functions in Python.</a:t>
            </a:r>
          </a:p>
          <a:p>
            <a:r>
              <a:rPr lang="en-US" dirty="0" smtClean="0"/>
              <a:t>These functions are not the typical functions that we define for a class. The __init__() function we defined above is one of them.</a:t>
            </a:r>
          </a:p>
          <a:p>
            <a:r>
              <a:rPr lang="en-US" dirty="0" smtClean="0"/>
              <a:t>For every operator Special Methods are available.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285728"/>
            <a:ext cx="8229600" cy="846980"/>
          </a:xfrm>
        </p:spPr>
        <p:txBody>
          <a:bodyPr/>
          <a:lstStyle/>
          <a:p>
            <a:pPr algn="ctr"/>
            <a:r>
              <a:rPr lang="en-US" b="1" dirty="0" smtClean="0"/>
              <a:t>Operator Overloading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5038740"/>
          </a:xfrm>
        </p:spPr>
        <p:txBody>
          <a:bodyPr/>
          <a:lstStyle/>
          <a:p>
            <a:r>
              <a:rPr lang="en-US" dirty="0" smtClean="0"/>
              <a:t> </a:t>
            </a:r>
            <a:r>
              <a:rPr lang="en-US" b="1" dirty="0" smtClean="0"/>
              <a:t>For every operator Magic Methods are available. To overload any operator we have to override that Method in our class. </a:t>
            </a:r>
          </a:p>
          <a:p>
            <a:r>
              <a:rPr lang="en-US" b="1" dirty="0" smtClean="0"/>
              <a:t>Internally + operator is implemented by using __add__() </a:t>
            </a:r>
            <a:r>
              <a:rPr lang="en-US" b="1" dirty="0" err="1" smtClean="0"/>
              <a:t>method.This</a:t>
            </a:r>
            <a:r>
              <a:rPr lang="en-US" b="1" dirty="0" smtClean="0"/>
              <a:t> method is called magic method for + operator. We have to override this method in our class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285728"/>
            <a:ext cx="8229600" cy="846980"/>
          </a:xfrm>
        </p:spPr>
        <p:txBody>
          <a:bodyPr>
            <a:normAutofit/>
          </a:bodyPr>
          <a:lstStyle/>
          <a:p>
            <a:pPr algn="ctr"/>
            <a:r>
              <a:rPr lang="en-US" dirty="0" smtClean="0"/>
              <a:t>list of magic methods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4422"/>
            <a:ext cx="8229600" cy="5110178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 smtClean="0"/>
              <a:t>Binary Operators</a:t>
            </a:r>
            <a:r>
              <a:rPr lang="en-US" dirty="0" smtClean="0"/>
              <a:t> </a:t>
            </a:r>
          </a:p>
          <a:p>
            <a:pPr>
              <a:buNone/>
            </a:pPr>
            <a:r>
              <a:rPr lang="en-US" u="sng" dirty="0" smtClean="0"/>
              <a:t>Operator</a:t>
            </a:r>
            <a:r>
              <a:rPr lang="en-US" dirty="0" smtClean="0"/>
              <a:t>           </a:t>
            </a:r>
            <a:r>
              <a:rPr lang="en-US" u="sng" dirty="0" smtClean="0"/>
              <a:t>Method</a:t>
            </a:r>
            <a:r>
              <a:rPr lang="en-US" dirty="0" smtClean="0"/>
              <a:t> </a:t>
            </a:r>
          </a:p>
          <a:p>
            <a:pPr>
              <a:buNone/>
            </a:pPr>
            <a:r>
              <a:rPr lang="en-US" dirty="0" smtClean="0"/>
              <a:t>+                  </a:t>
            </a:r>
            <a:r>
              <a:rPr lang="en-US" dirty="0" err="1" smtClean="0"/>
              <a:t>object.__add</a:t>
            </a:r>
            <a:r>
              <a:rPr lang="en-US" dirty="0" smtClean="0"/>
              <a:t>__(self, other)</a:t>
            </a:r>
          </a:p>
          <a:p>
            <a:pPr>
              <a:buNone/>
            </a:pPr>
            <a:r>
              <a:rPr lang="en-US" dirty="0" smtClean="0"/>
              <a:t> -                  </a:t>
            </a:r>
            <a:r>
              <a:rPr lang="en-US" dirty="0" err="1" smtClean="0"/>
              <a:t>object.__sub</a:t>
            </a:r>
            <a:r>
              <a:rPr lang="en-US" dirty="0" smtClean="0"/>
              <a:t>__(self, other)</a:t>
            </a:r>
          </a:p>
          <a:p>
            <a:pPr>
              <a:buNone/>
            </a:pPr>
            <a:r>
              <a:rPr lang="en-US" dirty="0" smtClean="0"/>
              <a:t>    *             </a:t>
            </a:r>
            <a:r>
              <a:rPr lang="en-US" dirty="0" err="1" smtClean="0"/>
              <a:t>object.__mul</a:t>
            </a:r>
            <a:r>
              <a:rPr lang="en-US" dirty="0" smtClean="0"/>
              <a:t>__(self, other)</a:t>
            </a:r>
          </a:p>
          <a:p>
            <a:pPr>
              <a:buNone/>
            </a:pPr>
            <a:r>
              <a:rPr lang="en-US" dirty="0" smtClean="0"/>
              <a:t>//                 </a:t>
            </a:r>
            <a:r>
              <a:rPr lang="en-US" dirty="0" err="1" smtClean="0"/>
              <a:t>object.__floordiv</a:t>
            </a:r>
            <a:r>
              <a:rPr lang="en-US" dirty="0" smtClean="0"/>
              <a:t>__(self, other)</a:t>
            </a:r>
          </a:p>
          <a:p>
            <a:pPr>
              <a:buNone/>
            </a:pPr>
            <a:r>
              <a:rPr lang="en-US" dirty="0" smtClean="0"/>
              <a:t>/                  </a:t>
            </a:r>
            <a:r>
              <a:rPr lang="en-US" dirty="0" err="1" smtClean="0"/>
              <a:t>object.__div</a:t>
            </a:r>
            <a:r>
              <a:rPr lang="en-US" dirty="0" smtClean="0"/>
              <a:t>__(self, other)</a:t>
            </a:r>
          </a:p>
          <a:p>
            <a:pPr>
              <a:buNone/>
            </a:pPr>
            <a:r>
              <a:rPr lang="en-US" dirty="0" smtClean="0"/>
              <a:t>%                  </a:t>
            </a:r>
            <a:r>
              <a:rPr lang="en-US" dirty="0" err="1" smtClean="0"/>
              <a:t>object.__mod</a:t>
            </a:r>
            <a:r>
              <a:rPr lang="en-US" dirty="0" smtClean="0"/>
              <a:t>__(self, other)</a:t>
            </a:r>
          </a:p>
          <a:p>
            <a:pPr>
              <a:buNone/>
            </a:pPr>
            <a:r>
              <a:rPr lang="en-US" dirty="0" smtClean="0"/>
              <a:t>**                 </a:t>
            </a:r>
            <a:r>
              <a:rPr lang="en-US" dirty="0" err="1" smtClean="0"/>
              <a:t>object.__pow</a:t>
            </a:r>
            <a:r>
              <a:rPr lang="en-US" dirty="0" smtClean="0"/>
              <a:t>__(self, other[, modulo])</a:t>
            </a:r>
          </a:p>
          <a:p>
            <a:pPr>
              <a:buNone/>
            </a:pPr>
            <a:r>
              <a:rPr lang="en-US" dirty="0" smtClean="0"/>
              <a:t>&lt;&lt;                 </a:t>
            </a:r>
            <a:r>
              <a:rPr lang="en-US" dirty="0" err="1" smtClean="0"/>
              <a:t>object.__lshift</a:t>
            </a:r>
            <a:r>
              <a:rPr lang="en-US" dirty="0" smtClean="0"/>
              <a:t>__(self, other)</a:t>
            </a:r>
          </a:p>
          <a:p>
            <a:pPr>
              <a:buNone/>
            </a:pPr>
            <a:r>
              <a:rPr lang="en-US" dirty="0" smtClean="0"/>
              <a:t>&gt;&gt;                 </a:t>
            </a:r>
            <a:r>
              <a:rPr lang="en-US" dirty="0" err="1" smtClean="0"/>
              <a:t>object.__rshift</a:t>
            </a:r>
            <a:r>
              <a:rPr lang="en-US" dirty="0" smtClean="0"/>
              <a:t>__(self, other)</a:t>
            </a:r>
          </a:p>
          <a:p>
            <a:pPr>
              <a:buNone/>
            </a:pPr>
            <a:r>
              <a:rPr lang="en-US" dirty="0" smtClean="0"/>
              <a:t>&amp;                 </a:t>
            </a:r>
            <a:r>
              <a:rPr lang="en-US" dirty="0" err="1" smtClean="0"/>
              <a:t>object.__and</a:t>
            </a:r>
            <a:r>
              <a:rPr lang="en-US" dirty="0" smtClean="0"/>
              <a:t>__(self, other)</a:t>
            </a:r>
          </a:p>
          <a:p>
            <a:pPr>
              <a:buNone/>
            </a:pPr>
            <a:r>
              <a:rPr lang="en-US" dirty="0" smtClean="0"/>
              <a:t>^                  </a:t>
            </a:r>
            <a:r>
              <a:rPr lang="en-US" dirty="0" err="1" smtClean="0"/>
              <a:t>object.__xor</a:t>
            </a:r>
            <a:r>
              <a:rPr lang="en-US" dirty="0" smtClean="0"/>
              <a:t>__(self, other)</a:t>
            </a:r>
          </a:p>
          <a:p>
            <a:pPr>
              <a:buNone/>
            </a:pPr>
            <a:r>
              <a:rPr lang="en-US" dirty="0" smtClean="0"/>
              <a:t>|                  </a:t>
            </a:r>
            <a:r>
              <a:rPr lang="en-US" dirty="0" err="1" smtClean="0"/>
              <a:t>object.__or</a:t>
            </a:r>
            <a:r>
              <a:rPr lang="en-US" dirty="0" smtClean="0"/>
              <a:t>__(self, other)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 smtClean="0"/>
              <a:t>Assignment Operators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u="sng" dirty="0" smtClean="0"/>
              <a:t>Operator</a:t>
            </a:r>
            <a:r>
              <a:rPr lang="en-US" dirty="0" smtClean="0"/>
              <a:t>          </a:t>
            </a:r>
            <a:r>
              <a:rPr lang="en-US" u="sng" dirty="0" smtClean="0"/>
              <a:t>Method</a:t>
            </a:r>
            <a:r>
              <a:rPr lang="en-US" dirty="0" smtClean="0"/>
              <a:t> </a:t>
            </a:r>
          </a:p>
          <a:p>
            <a:pPr>
              <a:buNone/>
            </a:pPr>
            <a:r>
              <a:rPr lang="en-US" dirty="0" smtClean="0"/>
              <a:t>+=                </a:t>
            </a:r>
            <a:r>
              <a:rPr lang="en-US" dirty="0" err="1" smtClean="0"/>
              <a:t>object.__iadd</a:t>
            </a:r>
            <a:r>
              <a:rPr lang="en-US" dirty="0" smtClean="0"/>
              <a:t>__(self, other) </a:t>
            </a:r>
          </a:p>
          <a:p>
            <a:pPr>
              <a:buNone/>
            </a:pPr>
            <a:r>
              <a:rPr lang="en-US" dirty="0" smtClean="0"/>
              <a:t>-=                </a:t>
            </a:r>
            <a:r>
              <a:rPr lang="en-US" dirty="0" err="1" smtClean="0"/>
              <a:t>object.__isub</a:t>
            </a:r>
            <a:r>
              <a:rPr lang="en-US" dirty="0" smtClean="0"/>
              <a:t>__(self, other) *=                </a:t>
            </a:r>
            <a:r>
              <a:rPr lang="en-US" dirty="0" err="1" smtClean="0"/>
              <a:t>object.__imul</a:t>
            </a:r>
            <a:r>
              <a:rPr lang="en-US" dirty="0" smtClean="0"/>
              <a:t>__(self, other) /=                </a:t>
            </a:r>
            <a:r>
              <a:rPr lang="en-US" dirty="0" err="1" smtClean="0"/>
              <a:t>object.__idiv</a:t>
            </a:r>
            <a:r>
              <a:rPr lang="en-US" dirty="0" smtClean="0"/>
              <a:t>__(self, other) //=               </a:t>
            </a:r>
            <a:r>
              <a:rPr lang="en-US" dirty="0" err="1" smtClean="0"/>
              <a:t>object.__ifloordiv</a:t>
            </a:r>
            <a:r>
              <a:rPr lang="en-US" dirty="0" smtClean="0"/>
              <a:t>__(self, other) %=                </a:t>
            </a:r>
            <a:r>
              <a:rPr lang="en-US" dirty="0" err="1" smtClean="0"/>
              <a:t>object.__imod</a:t>
            </a:r>
            <a:r>
              <a:rPr lang="en-US" dirty="0" smtClean="0"/>
              <a:t>__(self, other) **=               </a:t>
            </a:r>
            <a:r>
              <a:rPr lang="en-US" dirty="0" err="1" smtClean="0"/>
              <a:t>object.__ipow</a:t>
            </a:r>
            <a:r>
              <a:rPr lang="en-US" dirty="0" smtClean="0"/>
              <a:t>__(self, other[, modulo]) &lt;&lt;=               </a:t>
            </a:r>
            <a:r>
              <a:rPr lang="en-US" dirty="0" err="1" smtClean="0"/>
              <a:t>object.__ilshift</a:t>
            </a:r>
            <a:r>
              <a:rPr lang="en-US" dirty="0" smtClean="0"/>
              <a:t>__(self, other) &gt;&gt;=               </a:t>
            </a:r>
            <a:r>
              <a:rPr lang="en-US" dirty="0" err="1" smtClean="0"/>
              <a:t>object.__irshift</a:t>
            </a:r>
            <a:r>
              <a:rPr lang="en-US" dirty="0" smtClean="0"/>
              <a:t>__(self, other) &amp;=               </a:t>
            </a:r>
            <a:r>
              <a:rPr lang="en-US" dirty="0" err="1" smtClean="0"/>
              <a:t>object.__iand</a:t>
            </a:r>
            <a:r>
              <a:rPr lang="en-US" dirty="0" smtClean="0"/>
              <a:t>__(self, other) ^=                </a:t>
            </a:r>
            <a:r>
              <a:rPr lang="en-US" dirty="0" err="1" smtClean="0"/>
              <a:t>object.__ixor</a:t>
            </a:r>
            <a:r>
              <a:rPr lang="en-US" dirty="0" smtClean="0"/>
              <a:t>__(self, other) |=                </a:t>
            </a:r>
            <a:r>
              <a:rPr lang="en-US" dirty="0" err="1" smtClean="0"/>
              <a:t>object.__ior</a:t>
            </a:r>
            <a:r>
              <a:rPr lang="en-US" dirty="0" smtClean="0"/>
              <a:t>__(self, other)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Operator Overloading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For every operator Magic Methods are available.</a:t>
            </a:r>
          </a:p>
          <a:p>
            <a:r>
              <a:rPr lang="en-US" dirty="0" smtClean="0"/>
              <a:t>To overload any operator we have to override that Method in our class. </a:t>
            </a:r>
          </a:p>
          <a:p>
            <a:r>
              <a:rPr lang="en-US" dirty="0" smtClean="0"/>
              <a:t>For example : Internally + operator is implemented by using __add__() method.</a:t>
            </a:r>
          </a:p>
          <a:p>
            <a:r>
              <a:rPr lang="en-US" dirty="0" smtClean="0"/>
              <a:t>This method is called magic method for + operator.</a:t>
            </a:r>
            <a:endParaRPr lang="en-US" smtClean="0"/>
          </a:p>
          <a:p>
            <a:r>
              <a:rPr lang="en-US" smtClean="0"/>
              <a:t>We </a:t>
            </a:r>
            <a:r>
              <a:rPr lang="en-US" dirty="0" smtClean="0"/>
              <a:t>have to override this method in our class. 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1830</TotalTime>
  <Words>248</Words>
  <Application>Microsoft Office PowerPoint</Application>
  <PresentationFormat>On-screen Show (4:3)</PresentationFormat>
  <Paragraphs>63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Flow</vt:lpstr>
      <vt:lpstr>  OOP   </vt:lpstr>
      <vt:lpstr>Topics </vt:lpstr>
      <vt:lpstr>Polymorphism</vt:lpstr>
      <vt:lpstr>Overloading</vt:lpstr>
      <vt:lpstr>Overloading</vt:lpstr>
      <vt:lpstr>Operator Overloading</vt:lpstr>
      <vt:lpstr>Python Special Functions</vt:lpstr>
      <vt:lpstr>Operator Overloading</vt:lpstr>
      <vt:lpstr>list of magic methods</vt:lpstr>
      <vt:lpstr>Assignment Operators</vt:lpstr>
      <vt:lpstr>Operator Overloading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priti</dc:creator>
  <cp:lastModifiedBy>admin</cp:lastModifiedBy>
  <cp:revision>144</cp:revision>
  <dcterms:created xsi:type="dcterms:W3CDTF">2021-01-27T09:01:43Z</dcterms:created>
  <dcterms:modified xsi:type="dcterms:W3CDTF">2021-04-28T06:54:40Z</dcterms:modified>
</cp:coreProperties>
</file>