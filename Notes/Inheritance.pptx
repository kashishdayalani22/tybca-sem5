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6858000" cx="9144000"/>
  <p:notesSz cx="6858000" cy="9144000"/>
  <p:embeddedFontLst>
    <p:embeddedFont>
      <p:font typeface="Constantia"/>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4" roundtripDataSignature="AMtx7mjHyvvOXlqDMIVZC2G6UDa5kraRr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Constantia-regular.fntdata"/><Relationship Id="rId20" Type="http://schemas.openxmlformats.org/officeDocument/2006/relationships/slide" Target="slides/slide14.xml"/><Relationship Id="rId42" Type="http://schemas.openxmlformats.org/officeDocument/2006/relationships/font" Target="fonts/Constantia-italic.fntdata"/><Relationship Id="rId41" Type="http://schemas.openxmlformats.org/officeDocument/2006/relationships/font" Target="fonts/Constantia-bold.fntdata"/><Relationship Id="rId22" Type="http://schemas.openxmlformats.org/officeDocument/2006/relationships/slide" Target="slides/slide16.xml"/><Relationship Id="rId44" Type="http://customschemas.google.com/relationships/presentationmetadata" Target="metadata"/><Relationship Id="rId21" Type="http://schemas.openxmlformats.org/officeDocument/2006/relationships/slide" Target="slides/slide15.xml"/><Relationship Id="rId43" Type="http://schemas.openxmlformats.org/officeDocument/2006/relationships/font" Target="fonts/Constantia-bold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20" name="Shape 20"/>
        <p:cNvGrpSpPr/>
        <p:nvPr/>
      </p:nvGrpSpPr>
      <p:grpSpPr>
        <a:xfrm>
          <a:off x="0" y="0"/>
          <a:ext cx="0" cy="0"/>
          <a:chOff x="0" y="0"/>
          <a:chExt cx="0" cy="0"/>
        </a:xfrm>
      </p:grpSpPr>
      <p:sp>
        <p:nvSpPr>
          <p:cNvPr id="21" name="Google Shape;21;p37"/>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7"/>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3" name="Google Shape;23;p3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3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5"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0" name="Google Shape;40;p3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43" name="Shape 43"/>
        <p:cNvGrpSpPr/>
        <p:nvPr/>
      </p:nvGrpSpPr>
      <p:grpSpPr>
        <a:xfrm>
          <a:off x="0" y="0"/>
          <a:ext cx="0" cy="0"/>
          <a:chOff x="0" y="0"/>
          <a:chExt cx="0" cy="0"/>
        </a:xfrm>
      </p:grpSpPr>
      <p:sp>
        <p:nvSpPr>
          <p:cNvPr id="44" name="Google Shape;44;p36"/>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36"/>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46" name="Google Shape;46;p3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rgbClr val="439FD7"/>
            </a:gs>
            <a:gs pos="25000">
              <a:srgbClr val="4397CA"/>
            </a:gs>
            <a:gs pos="100000">
              <a:srgbClr val="00466A"/>
            </a:gs>
          </a:gsLst>
          <a:path path="circle">
            <a:fillToRect b="50%" l="50%" r="50%" t="50%"/>
          </a:path>
          <a:tileRect/>
        </a:gradFill>
      </p:bgPr>
    </p:bg>
    <p:spTree>
      <p:nvGrpSpPr>
        <p:cNvPr id="49" name="Shape 49"/>
        <p:cNvGrpSpPr/>
        <p:nvPr/>
      </p:nvGrpSpPr>
      <p:grpSpPr>
        <a:xfrm>
          <a:off x="0" y="0"/>
          <a:ext cx="0" cy="0"/>
          <a:chOff x="0" y="0"/>
          <a:chExt cx="0" cy="0"/>
        </a:xfrm>
      </p:grpSpPr>
      <p:sp>
        <p:nvSpPr>
          <p:cNvPr id="50" name="Google Shape;50;p39"/>
          <p:cNvSpPr txBox="1"/>
          <p:nvPr>
            <p:ph type="title"/>
          </p:nvPr>
        </p:nvSpPr>
        <p:spPr>
          <a:xfrm>
            <a:off x="530352" y="1316736"/>
            <a:ext cx="7772400" cy="1362456"/>
          </a:xfrm>
          <a:prstGeom prst="rect">
            <a:avLst/>
          </a:prstGeom>
          <a:noFill/>
          <a:ln>
            <a:noFill/>
          </a:ln>
        </p:spPr>
        <p:txBody>
          <a:bodyPr anchorCtr="0" anchor="b" bIns="0" lIns="0" spcFirstLastPara="1" rIns="0" wrap="square" tIns="0">
            <a:noAutofit/>
          </a:bodyPr>
          <a:lstStyle>
            <a:lvl1pPr lvl="0" algn="l">
              <a:spcBef>
                <a:spcPts val="0"/>
              </a:spcBef>
              <a:spcAft>
                <a:spcPts val="0"/>
              </a:spcAft>
              <a:buClr>
                <a:srgbClr val="4AE3AC"/>
              </a:buClr>
              <a:buSzPts val="5600"/>
              <a:buFont typeface="Calibri"/>
              <a:buNone/>
              <a:defRPr b="1" sz="5600" cap="none">
                <a:solidFill>
                  <a:srgbClr val="4AE3AC"/>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9"/>
          <p:cNvSpPr txBox="1"/>
          <p:nvPr>
            <p:ph idx="1" type="body"/>
          </p:nvPr>
        </p:nvSpPr>
        <p:spPr>
          <a:xfrm>
            <a:off x="530352" y="2704664"/>
            <a:ext cx="7772400" cy="1509712"/>
          </a:xfrm>
          <a:prstGeom prst="rect">
            <a:avLst/>
          </a:prstGeom>
          <a:noFill/>
          <a:ln>
            <a:noFill/>
          </a:ln>
        </p:spPr>
        <p:txBody>
          <a:bodyPr anchorCtr="0" anchor="t" bIns="45700" lIns="45700" spcFirstLastPara="1" rIns="45700" wrap="square" tIns="45700">
            <a:normAutofit/>
          </a:bodyPr>
          <a:lstStyle>
            <a:lvl1pPr indent="-228600" lvl="0" marL="457200" algn="l">
              <a:spcBef>
                <a:spcPts val="440"/>
              </a:spcBef>
              <a:spcAft>
                <a:spcPts val="0"/>
              </a:spcAft>
              <a:buSzPts val="2090"/>
              <a:buNone/>
              <a:defRPr sz="2200">
                <a:solidFill>
                  <a:schemeClr val="lt1"/>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120"/>
              <a:buNone/>
              <a:defRPr sz="1600">
                <a:solidFill>
                  <a:schemeClr val="lt1"/>
                </a:solidFill>
              </a:defRPr>
            </a:lvl3pPr>
            <a:lvl4pPr indent="-228600" lvl="3" marL="1828800" algn="l">
              <a:spcBef>
                <a:spcPts val="280"/>
              </a:spcBef>
              <a:spcAft>
                <a:spcPts val="0"/>
              </a:spcAft>
              <a:buSzPts val="910"/>
              <a:buNone/>
              <a:defRPr sz="1400">
                <a:solidFill>
                  <a:schemeClr val="lt1"/>
                </a:solidFill>
              </a:defRPr>
            </a:lvl4pPr>
            <a:lvl5pPr indent="-228600" lvl="4" marL="2286000" algn="l">
              <a:spcBef>
                <a:spcPts val="280"/>
              </a:spcBef>
              <a:spcAft>
                <a:spcPts val="0"/>
              </a:spcAft>
              <a:buSzPts val="910"/>
              <a:buNone/>
              <a:defRPr sz="1400">
                <a:solidFill>
                  <a:schemeClr val="lt1"/>
                </a:solidFill>
              </a:defRPr>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2" name="Google Shape;52;p3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5" name="Shape 55"/>
        <p:cNvGrpSpPr/>
        <p:nvPr/>
      </p:nvGrpSpPr>
      <p:grpSpPr>
        <a:xfrm>
          <a:off x="0" y="0"/>
          <a:ext cx="0" cy="0"/>
          <a:chOff x="0" y="0"/>
          <a:chExt cx="0" cy="0"/>
        </a:xfrm>
      </p:grpSpPr>
      <p:sp>
        <p:nvSpPr>
          <p:cNvPr id="56" name="Google Shape;56;p4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40"/>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5"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8" name="Google Shape;58;p40"/>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5"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9" name="Google Shape;59;p4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4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4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41"/>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5" name="Google Shape;65;p41"/>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rm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6" name="Google Shape;66;p41"/>
          <p:cNvSpPr txBox="1"/>
          <p:nvPr>
            <p:ph idx="3" type="body"/>
          </p:nvPr>
        </p:nvSpPr>
        <p:spPr>
          <a:xfrm>
            <a:off x="457200" y="2514600"/>
            <a:ext cx="4040188"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40" lvl="3" marL="1828800" algn="l">
              <a:spcBef>
                <a:spcPts val="320"/>
              </a:spcBef>
              <a:spcAft>
                <a:spcPts val="0"/>
              </a:spcAft>
              <a:buSzPts val="1040"/>
              <a:buChar char="⚫"/>
              <a:defRPr sz="1600"/>
            </a:lvl4pPr>
            <a:lvl5pPr indent="-294640" lvl="4" marL="2286000" algn="l">
              <a:spcBef>
                <a:spcPts val="320"/>
              </a:spcBef>
              <a:spcAft>
                <a:spcPts val="0"/>
              </a:spcAft>
              <a:buSzPts val="1040"/>
              <a:buChar char="⚫"/>
              <a:defRPr sz="16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7" name="Google Shape;67;p41"/>
          <p:cNvSpPr txBox="1"/>
          <p:nvPr>
            <p:ph idx="4" type="body"/>
          </p:nvPr>
        </p:nvSpPr>
        <p:spPr>
          <a:xfrm>
            <a:off x="4645025" y="2514600"/>
            <a:ext cx="4041775"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40" lvl="3" marL="1828800" algn="l">
              <a:spcBef>
                <a:spcPts val="320"/>
              </a:spcBef>
              <a:spcAft>
                <a:spcPts val="0"/>
              </a:spcAft>
              <a:buSzPts val="1040"/>
              <a:buChar char="⚫"/>
              <a:defRPr sz="1600"/>
            </a:lvl4pPr>
            <a:lvl5pPr indent="-294640" lvl="4" marL="2286000" algn="l">
              <a:spcBef>
                <a:spcPts val="320"/>
              </a:spcBef>
              <a:spcAft>
                <a:spcPts val="0"/>
              </a:spcAft>
              <a:buSzPts val="1040"/>
              <a:buChar char="⚫"/>
              <a:defRPr sz="16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8" name="Google Shape;68;p4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4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42"/>
          <p:cNvSpPr txBox="1"/>
          <p:nvPr>
            <p:ph type="title"/>
          </p:nvPr>
        </p:nvSpPr>
        <p:spPr>
          <a:xfrm>
            <a:off x="457200" y="704088"/>
            <a:ext cx="83058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4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4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4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4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0" name="Shape 80"/>
        <p:cNvGrpSpPr/>
        <p:nvPr/>
      </p:nvGrpSpPr>
      <p:grpSpPr>
        <a:xfrm>
          <a:off x="0" y="0"/>
          <a:ext cx="0" cy="0"/>
          <a:chOff x="0" y="0"/>
          <a:chExt cx="0" cy="0"/>
        </a:xfrm>
      </p:grpSpPr>
      <p:sp>
        <p:nvSpPr>
          <p:cNvPr id="81" name="Google Shape;81;p44"/>
          <p:cNvSpPr txBox="1"/>
          <p:nvPr>
            <p:ph type="title"/>
          </p:nvPr>
        </p:nvSpPr>
        <p:spPr>
          <a:xfrm>
            <a:off x="685800" y="514352"/>
            <a:ext cx="2743200" cy="116205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44"/>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rm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3" name="Google Shape;83;p44"/>
          <p:cNvSpPr txBox="1"/>
          <p:nvPr>
            <p:ph idx="2" type="body"/>
          </p:nvPr>
        </p:nvSpPr>
        <p:spPr>
          <a:xfrm>
            <a:off x="3575050" y="1676400"/>
            <a:ext cx="5111750" cy="4572000"/>
          </a:xfrm>
          <a:prstGeom prst="rect">
            <a:avLst/>
          </a:prstGeom>
          <a:noFill/>
          <a:ln>
            <a:noFill/>
          </a:ln>
        </p:spPr>
        <p:txBody>
          <a:bodyPr anchorCtr="0" anchor="t" bIns="45700" lIns="91425" spcFirstLastPara="1" rIns="91425" wrap="square" tIns="0">
            <a:normAutofit/>
          </a:bodyPr>
          <a:lstStyle>
            <a:lvl1pPr indent="-397510" lvl="0" marL="457200" algn="l">
              <a:spcBef>
                <a:spcPts val="560"/>
              </a:spcBef>
              <a:spcAft>
                <a:spcPts val="0"/>
              </a:spcAft>
              <a:buSzPts val="2660"/>
              <a:buChar char="⚫"/>
              <a:defRPr sz="2800"/>
            </a:lvl1pPr>
            <a:lvl2pPr indent="-368935" lvl="1" marL="914400" algn="l">
              <a:spcBef>
                <a:spcPts val="520"/>
              </a:spcBef>
              <a:spcAft>
                <a:spcPts val="0"/>
              </a:spcAft>
              <a:buSzPts val="2210"/>
              <a:buChar char="⚫"/>
              <a:defRPr sz="2600"/>
            </a:lvl2pPr>
            <a:lvl3pPr indent="-335280" lvl="2" marL="1371600" algn="l">
              <a:spcBef>
                <a:spcPts val="480"/>
              </a:spcBef>
              <a:spcAft>
                <a:spcPts val="0"/>
              </a:spcAft>
              <a:buSzPts val="1680"/>
              <a:buChar char="⚫"/>
              <a:defRPr sz="2400"/>
            </a:lvl3pPr>
            <a:lvl4pPr indent="-311150" lvl="3" marL="1828800" algn="l">
              <a:spcBef>
                <a:spcPts val="400"/>
              </a:spcBef>
              <a:spcAft>
                <a:spcPts val="0"/>
              </a:spcAft>
              <a:buSzPts val="1300"/>
              <a:buChar char="⚫"/>
              <a:defRPr sz="2000"/>
            </a:lvl4pPr>
            <a:lvl5pPr indent="-302895" lvl="4" marL="2286000" algn="l">
              <a:spcBef>
                <a:spcPts val="360"/>
              </a:spcBef>
              <a:spcAft>
                <a:spcPts val="0"/>
              </a:spcAft>
              <a:buSzPts val="1170"/>
              <a:buChar char="⚫"/>
              <a:defRPr sz="18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4" name="Google Shape;84;p4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4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4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87" name="Shape 87"/>
        <p:cNvGrpSpPr/>
        <p:nvPr/>
      </p:nvGrpSpPr>
      <p:grpSpPr>
        <a:xfrm>
          <a:off x="0" y="0"/>
          <a:ext cx="0" cy="0"/>
          <a:chOff x="0" y="0"/>
          <a:chExt cx="0" cy="0"/>
        </a:xfrm>
      </p:grpSpPr>
      <p:sp>
        <p:nvSpPr>
          <p:cNvPr id="88" name="Google Shape;88;p45"/>
          <p:cNvSpPr/>
          <p:nvPr/>
        </p:nvSpPr>
        <p:spPr>
          <a:xfrm flipH="1" rot="-10380000">
            <a:off x="3165753" y="1108077"/>
            <a:ext cx="5257800" cy="4114800"/>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00" rotWithShape="0" algn="tl" dir="7500000" dist="38500" sy="100080">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89" name="Google Shape;89;p45"/>
          <p:cNvSpPr/>
          <p:nvPr/>
        </p:nvSpPr>
        <p:spPr>
          <a:xfrm flipH="1" rot="-10380000">
            <a:off x="8004134" y="5359769"/>
            <a:ext cx="155448" cy="155448"/>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666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90" name="Google Shape;90;p45"/>
          <p:cNvSpPr txBox="1"/>
          <p:nvPr>
            <p:ph type="title"/>
          </p:nvPr>
        </p:nvSpPr>
        <p:spPr>
          <a:xfrm>
            <a:off x="609600" y="1176996"/>
            <a:ext cx="2212848" cy="1582621"/>
          </a:xfrm>
          <a:prstGeom prst="rect">
            <a:avLst/>
          </a:prstGeom>
          <a:noFill/>
          <a:ln>
            <a:noFill/>
          </a:ln>
        </p:spPr>
        <p:txBody>
          <a:bodyPr anchorCtr="0" anchor="b" bIns="45700" lIns="45700" spcFirstLastPara="1" rIns="45700" wrap="square" tIns="45700">
            <a:normAutofit/>
          </a:bodyPr>
          <a:lstStyle>
            <a:lvl1pPr lvl="0" algn="l">
              <a:spcBef>
                <a:spcPts val="0"/>
              </a:spcBef>
              <a:spcAft>
                <a:spcPts val="0"/>
              </a:spcAft>
              <a:buClr>
                <a:schemeClr val="dk2"/>
              </a:buClr>
              <a:buSzPts val="2000"/>
              <a:buFont typeface="Calibri"/>
              <a:buNone/>
              <a:defRPr b="1" sz="2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45"/>
          <p:cNvSpPr txBox="1"/>
          <p:nvPr>
            <p:ph idx="1" type="body"/>
          </p:nvPr>
        </p:nvSpPr>
        <p:spPr>
          <a:xfrm>
            <a:off x="609600" y="2828785"/>
            <a:ext cx="2209800" cy="2179320"/>
          </a:xfrm>
          <a:prstGeom prst="rect">
            <a:avLst/>
          </a:prstGeom>
          <a:noFill/>
          <a:ln>
            <a:noFill/>
          </a:ln>
        </p:spPr>
        <p:txBody>
          <a:bodyPr anchorCtr="0" anchor="t" bIns="45700" lIns="64000" spcFirstLastPara="1" rIns="45700" wrap="square" tIns="45700">
            <a:normAutofit/>
          </a:bodyPr>
          <a:lstStyle>
            <a:lvl1pPr indent="-228600" lvl="0" marL="457200" algn="l">
              <a:spcBef>
                <a:spcPts val="250"/>
              </a:spcBef>
              <a:spcAft>
                <a:spcPts val="0"/>
              </a:spcAft>
              <a:buSzPts val="1235"/>
              <a:buFont typeface="Constantia"/>
              <a:buNone/>
              <a:defRPr sz="1300"/>
            </a:lvl1pPr>
            <a:lvl2pPr indent="-293370" lvl="1" marL="914400" algn="l">
              <a:spcBef>
                <a:spcPts val="240"/>
              </a:spcBef>
              <a:spcAft>
                <a:spcPts val="0"/>
              </a:spcAft>
              <a:buSzPts val="1020"/>
              <a:buChar char="⚫"/>
              <a:defRPr sz="1200"/>
            </a:lvl2pPr>
            <a:lvl3pPr indent="-273050" lvl="2" marL="1371600" algn="l">
              <a:spcBef>
                <a:spcPts val="200"/>
              </a:spcBef>
              <a:spcAft>
                <a:spcPts val="0"/>
              </a:spcAft>
              <a:buSzPts val="700"/>
              <a:buChar char="⚫"/>
              <a:defRPr sz="1000"/>
            </a:lvl3pPr>
            <a:lvl4pPr indent="-265748" lvl="3" marL="1828800" algn="l">
              <a:spcBef>
                <a:spcPts val="180"/>
              </a:spcBef>
              <a:spcAft>
                <a:spcPts val="0"/>
              </a:spcAft>
              <a:buSzPts val="585"/>
              <a:buChar char="⚫"/>
              <a:defRPr sz="900"/>
            </a:lvl4pPr>
            <a:lvl5pPr indent="-265748" lvl="4" marL="2286000" algn="l">
              <a:spcBef>
                <a:spcPts val="180"/>
              </a:spcBef>
              <a:spcAft>
                <a:spcPts val="0"/>
              </a:spcAft>
              <a:buSzPts val="585"/>
              <a:buChar char="⚫"/>
              <a:defRPr sz="9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2" name="Google Shape;92;p4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4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45"/>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5" name="Google Shape;95;p45"/>
          <p:cNvSpPr/>
          <p:nvPr>
            <p:ph idx="2" type="pic"/>
          </p:nvPr>
        </p:nvSpPr>
        <p:spPr>
          <a:xfrm rot="420000">
            <a:off x="3485793" y="1199517"/>
            <a:ext cx="4617720" cy="3931920"/>
          </a:xfrm>
          <a:prstGeom prst="rect">
            <a:avLst/>
          </a:prstGeom>
          <a:solidFill>
            <a:schemeClr val="lt2"/>
          </a:solidFill>
          <a:ln cap="rnd" cmpd="sng" w="9525">
            <a:solidFill>
              <a:srgbClr val="C0C0C0"/>
            </a:solidFill>
            <a:prstDash val="solid"/>
            <a:round/>
            <a:headEnd len="sm" w="sm" type="none"/>
            <a:tailEnd len="sm" w="sm" type="none"/>
          </a:ln>
        </p:spPr>
      </p:sp>
      <p:sp>
        <p:nvSpPr>
          <p:cNvPr id="96" name="Google Shape;96;p45"/>
          <p:cNvSpPr/>
          <p:nvPr/>
        </p:nvSpPr>
        <p:spPr>
          <a:xfrm flipH="1" rot="10800000">
            <a:off x="-9525" y="5816600"/>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7" name="Google Shape;97;p45"/>
          <p:cNvSpPr/>
          <p:nvPr/>
        </p:nvSpPr>
        <p:spPr>
          <a:xfrm flipH="1" rot="10800000">
            <a:off x="4381500" y="6219825"/>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8" name="Shape 98"/>
        <p:cNvGrpSpPr/>
        <p:nvPr/>
      </p:nvGrpSpPr>
      <p:grpSpPr>
        <a:xfrm>
          <a:off x="0" y="0"/>
          <a:ext cx="0" cy="0"/>
          <a:chOff x="0" y="0"/>
          <a:chExt cx="0" cy="0"/>
        </a:xfrm>
      </p:grpSpPr>
      <p:sp>
        <p:nvSpPr>
          <p:cNvPr id="99" name="Google Shape;99;p4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46"/>
          <p:cNvSpPr txBox="1"/>
          <p:nvPr>
            <p:ph idx="1" type="body"/>
          </p:nvPr>
        </p:nvSpPr>
        <p:spPr>
          <a:xfrm rot="5400000">
            <a:off x="2377440" y="15240"/>
            <a:ext cx="4389120" cy="82296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5"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1" name="Google Shape;101;p4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4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4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47"/>
          <p:cNvSpPr txBox="1"/>
          <p:nvPr>
            <p:ph type="title"/>
          </p:nvPr>
        </p:nvSpPr>
        <p:spPr>
          <a:xfrm rot="5400000">
            <a:off x="5052219" y="2491582"/>
            <a:ext cx="5211763" cy="20574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47"/>
          <p:cNvSpPr txBox="1"/>
          <p:nvPr>
            <p:ph idx="1" type="body"/>
          </p:nvPr>
        </p:nvSpPr>
        <p:spPr>
          <a:xfrm rot="5400000">
            <a:off x="861219" y="510382"/>
            <a:ext cx="5211763" cy="60198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5"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7" name="Google Shape;107;p4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4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4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9" name="Shape 9"/>
        <p:cNvGrpSpPr/>
        <p:nvPr/>
      </p:nvGrpSpPr>
      <p:grpSpPr>
        <a:xfrm>
          <a:off x="0" y="0"/>
          <a:ext cx="0" cy="0"/>
          <a:chOff x="0" y="0"/>
          <a:chExt cx="0" cy="0"/>
        </a:xfrm>
      </p:grpSpPr>
      <p:sp>
        <p:nvSpPr>
          <p:cNvPr id="10" name="Google Shape;10;p35"/>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onstantia"/>
              <a:ea typeface="Constantia"/>
              <a:cs typeface="Constantia"/>
              <a:sym typeface="Constantia"/>
            </a:endParaRPr>
          </a:p>
        </p:txBody>
      </p:sp>
      <p:sp>
        <p:nvSpPr>
          <p:cNvPr id="11" name="Google Shape;11;p35"/>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onstantia"/>
              <a:ea typeface="Constantia"/>
              <a:cs typeface="Constantia"/>
              <a:sym typeface="Constantia"/>
            </a:endParaRPr>
          </a:p>
        </p:txBody>
      </p:sp>
      <p:sp>
        <p:nvSpPr>
          <p:cNvPr id="12" name="Google Shape;12;p3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lt2"/>
              </a:buClr>
              <a:buSzPts val="5000"/>
              <a:buFont typeface="Calibri"/>
              <a:buNone/>
              <a:defRPr b="0" i="0" sz="5000" u="none" cap="none" strike="noStrike">
                <a:solidFill>
                  <a:schemeClr val="lt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3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lt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lt1"/>
                </a:solidFill>
                <a:latin typeface="Constantia"/>
                <a:ea typeface="Constantia"/>
                <a:cs typeface="Constantia"/>
                <a:sym typeface="Constantia"/>
              </a:defRPr>
            </a:lvl2pPr>
            <a:lvl3pPr indent="-321945" lvl="2" marL="1371600" marR="0" rtl="0" algn="l">
              <a:spcBef>
                <a:spcPts val="420"/>
              </a:spcBef>
              <a:spcAft>
                <a:spcPts val="0"/>
              </a:spcAft>
              <a:buClr>
                <a:schemeClr val="accent2"/>
              </a:buClr>
              <a:buSzPts val="1470"/>
              <a:buFont typeface="Noto Sans Symbols"/>
              <a:buChar char="⚫"/>
              <a:defRPr b="0" i="0" sz="2100" u="none" cap="none" strike="noStrike">
                <a:solidFill>
                  <a:schemeClr val="lt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lt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lt1"/>
                </a:solidFill>
                <a:latin typeface="Constantia"/>
                <a:ea typeface="Constantia"/>
                <a:cs typeface="Constantia"/>
                <a:sym typeface="Constantia"/>
              </a:defRPr>
            </a:lvl5pPr>
            <a:lvl6pPr indent="-320040" lvl="5" marL="2743200" marR="0" rtl="0" algn="l">
              <a:spcBef>
                <a:spcPts val="360"/>
              </a:spcBef>
              <a:spcAft>
                <a:spcPts val="0"/>
              </a:spcAft>
              <a:buClr>
                <a:schemeClr val="accent5"/>
              </a:buClr>
              <a:buSzPts val="1440"/>
              <a:buFont typeface="Noto Sans Symbols"/>
              <a:buChar char="⚫"/>
              <a:defRPr b="0" i="0" sz="1800" u="none" cap="none" strike="noStrike">
                <a:solidFill>
                  <a:schemeClr val="lt1"/>
                </a:solidFill>
                <a:latin typeface="Constantia"/>
                <a:ea typeface="Constantia"/>
                <a:cs typeface="Constantia"/>
                <a:sym typeface="Constantia"/>
              </a:defRPr>
            </a:lvl6pPr>
            <a:lvl7pPr indent="-309880" lvl="6" marL="3200400" marR="0" rtl="0" algn="l">
              <a:spcBef>
                <a:spcPts val="320"/>
              </a:spcBef>
              <a:spcAft>
                <a:spcPts val="0"/>
              </a:spcAft>
              <a:buClr>
                <a:schemeClr val="accent6"/>
              </a:buClr>
              <a:buSzPts val="1280"/>
              <a:buFont typeface="Noto Sans Symbols"/>
              <a:buChar char="⚫"/>
              <a:defRPr b="0" i="0" sz="1600" u="none" cap="none" strike="noStrike">
                <a:solidFill>
                  <a:schemeClr val="lt1"/>
                </a:solidFill>
                <a:latin typeface="Constantia"/>
                <a:ea typeface="Constantia"/>
                <a:cs typeface="Constantia"/>
                <a:sym typeface="Constantia"/>
              </a:defRPr>
            </a:lvl7pPr>
            <a:lvl8pPr indent="-330200" lvl="7" marL="3657600" marR="0" rtl="0" algn="l">
              <a:spcBef>
                <a:spcPts val="320"/>
              </a:spcBef>
              <a:spcAft>
                <a:spcPts val="0"/>
              </a:spcAft>
              <a:buClr>
                <a:schemeClr val="lt2"/>
              </a:buClr>
              <a:buSzPts val="1600"/>
              <a:buFont typeface="Constantia"/>
              <a:buChar char="•"/>
              <a:defRPr b="0" i="0" sz="1600" u="none" cap="none" strike="noStrike">
                <a:solidFill>
                  <a:schemeClr val="lt1"/>
                </a:solidFill>
                <a:latin typeface="Constantia"/>
                <a:ea typeface="Constantia"/>
                <a:cs typeface="Constantia"/>
                <a:sym typeface="Constantia"/>
              </a:defRPr>
            </a:lvl8pPr>
            <a:lvl9pPr indent="-317500" lvl="8" marL="4114800" marR="0" rtl="0" algn="l">
              <a:spcBef>
                <a:spcPts val="280"/>
              </a:spcBef>
              <a:spcAft>
                <a:spcPts val="0"/>
              </a:spcAft>
              <a:buClr>
                <a:schemeClr val="lt2"/>
              </a:buClr>
              <a:buSzPts val="1400"/>
              <a:buFont typeface="Constantia"/>
              <a:buChar char="•"/>
              <a:defRPr b="0" i="0" sz="1400" u="none" cap="none" strike="noStrike">
                <a:solidFill>
                  <a:schemeClr val="lt1"/>
                </a:solidFill>
                <a:latin typeface="Constantia"/>
                <a:ea typeface="Constantia"/>
                <a:cs typeface="Constantia"/>
                <a:sym typeface="Constantia"/>
              </a:defRPr>
            </a:lvl9pPr>
          </a:lstStyle>
          <a:p/>
        </p:txBody>
      </p:sp>
      <p:sp>
        <p:nvSpPr>
          <p:cNvPr id="14" name="Google Shape;14;p3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15" name="Google Shape;15;p3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16" name="Google Shape;16;p3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i="0" sz="1200" u="none" cap="none" strike="noStrike">
                <a:solidFill>
                  <a:srgbClr val="D0E9ED"/>
                </a:solidFill>
                <a:latin typeface="Constantia"/>
                <a:ea typeface="Constantia"/>
                <a:cs typeface="Constantia"/>
                <a:sym typeface="Constantia"/>
              </a:defRPr>
            </a:lvl1pPr>
            <a:lvl2pPr indent="0" lvl="1" marL="0" marR="0" rtl="0" algn="r">
              <a:spcBef>
                <a:spcPts val="0"/>
              </a:spcBef>
              <a:buNone/>
              <a:defRPr b="0" i="0" sz="1200" u="none" cap="none" strike="noStrike">
                <a:solidFill>
                  <a:srgbClr val="D0E9ED"/>
                </a:solidFill>
                <a:latin typeface="Constantia"/>
                <a:ea typeface="Constantia"/>
                <a:cs typeface="Constantia"/>
                <a:sym typeface="Constantia"/>
              </a:defRPr>
            </a:lvl2pPr>
            <a:lvl3pPr indent="0" lvl="2" marL="0" marR="0" rtl="0" algn="r">
              <a:spcBef>
                <a:spcPts val="0"/>
              </a:spcBef>
              <a:buNone/>
              <a:defRPr b="0" i="0" sz="1200" u="none" cap="none" strike="noStrike">
                <a:solidFill>
                  <a:srgbClr val="D0E9ED"/>
                </a:solidFill>
                <a:latin typeface="Constantia"/>
                <a:ea typeface="Constantia"/>
                <a:cs typeface="Constantia"/>
                <a:sym typeface="Constantia"/>
              </a:defRPr>
            </a:lvl3pPr>
            <a:lvl4pPr indent="0" lvl="3" marL="0" marR="0" rtl="0" algn="r">
              <a:spcBef>
                <a:spcPts val="0"/>
              </a:spcBef>
              <a:buNone/>
              <a:defRPr b="0" i="0" sz="1200" u="none" cap="none" strike="noStrike">
                <a:solidFill>
                  <a:srgbClr val="D0E9ED"/>
                </a:solidFill>
                <a:latin typeface="Constantia"/>
                <a:ea typeface="Constantia"/>
                <a:cs typeface="Constantia"/>
                <a:sym typeface="Constantia"/>
              </a:defRPr>
            </a:lvl4pPr>
            <a:lvl5pPr indent="0" lvl="4" marL="0" marR="0" rtl="0" algn="r">
              <a:spcBef>
                <a:spcPts val="0"/>
              </a:spcBef>
              <a:buNone/>
              <a:defRPr b="0" i="0" sz="1200" u="none" cap="none" strike="noStrike">
                <a:solidFill>
                  <a:srgbClr val="D0E9ED"/>
                </a:solidFill>
                <a:latin typeface="Constantia"/>
                <a:ea typeface="Constantia"/>
                <a:cs typeface="Constantia"/>
                <a:sym typeface="Constantia"/>
              </a:defRPr>
            </a:lvl5pPr>
            <a:lvl6pPr indent="0" lvl="5" marL="0" marR="0" rtl="0" algn="r">
              <a:spcBef>
                <a:spcPts val="0"/>
              </a:spcBef>
              <a:buNone/>
              <a:defRPr b="0" i="0" sz="1200" u="none" cap="none" strike="noStrike">
                <a:solidFill>
                  <a:srgbClr val="D0E9ED"/>
                </a:solidFill>
                <a:latin typeface="Constantia"/>
                <a:ea typeface="Constantia"/>
                <a:cs typeface="Constantia"/>
                <a:sym typeface="Constantia"/>
              </a:defRPr>
            </a:lvl6pPr>
            <a:lvl7pPr indent="0" lvl="6" marL="0" marR="0" rtl="0" algn="r">
              <a:spcBef>
                <a:spcPts val="0"/>
              </a:spcBef>
              <a:buNone/>
              <a:defRPr b="0" i="0" sz="1200" u="none" cap="none" strike="noStrike">
                <a:solidFill>
                  <a:srgbClr val="D0E9ED"/>
                </a:solidFill>
                <a:latin typeface="Constantia"/>
                <a:ea typeface="Constantia"/>
                <a:cs typeface="Constantia"/>
                <a:sym typeface="Constantia"/>
              </a:defRPr>
            </a:lvl7pPr>
            <a:lvl8pPr indent="0" lvl="7" marL="0" marR="0" rtl="0" algn="r">
              <a:spcBef>
                <a:spcPts val="0"/>
              </a:spcBef>
              <a:buNone/>
              <a:defRPr b="0" i="0" sz="1200" u="none" cap="none" strike="noStrike">
                <a:solidFill>
                  <a:srgbClr val="D0E9ED"/>
                </a:solidFill>
                <a:latin typeface="Constantia"/>
                <a:ea typeface="Constantia"/>
                <a:cs typeface="Constantia"/>
                <a:sym typeface="Constantia"/>
              </a:defRPr>
            </a:lvl8pPr>
            <a:lvl9pPr indent="0" lvl="8" marL="0" marR="0" rtl="0" algn="r">
              <a:spcBef>
                <a:spcPts val="0"/>
              </a:spcBef>
              <a:buNone/>
              <a:defRPr b="0" i="0" sz="1200" u="none" cap="none" strike="noStrike">
                <a:solidFill>
                  <a:srgbClr val="D0E9ED"/>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17" name="Google Shape;17;p35"/>
          <p:cNvGrpSpPr/>
          <p:nvPr/>
        </p:nvGrpSpPr>
        <p:grpSpPr>
          <a:xfrm>
            <a:off x="-29294" y="-16113"/>
            <a:ext cx="9198255" cy="1086266"/>
            <a:chOff x="-29322" y="-1971"/>
            <a:chExt cx="9198255" cy="1086266"/>
          </a:xfrm>
        </p:grpSpPr>
        <p:sp>
          <p:nvSpPr>
            <p:cNvPr id="18" name="Google Shape;18;p35"/>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19" name="Google Shape;19;p35"/>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26" name="Shape 26"/>
        <p:cNvGrpSpPr/>
        <p:nvPr/>
      </p:nvGrpSpPr>
      <p:grpSpPr>
        <a:xfrm>
          <a:off x="0" y="0"/>
          <a:ext cx="0" cy="0"/>
          <a:chOff x="0" y="0"/>
          <a:chExt cx="0" cy="0"/>
        </a:xfrm>
      </p:grpSpPr>
      <p:sp>
        <p:nvSpPr>
          <p:cNvPr id="27" name="Google Shape;27;p34"/>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8" name="Google Shape;28;p34"/>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9" name="Google Shape;29;p3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dk2"/>
              </a:buClr>
              <a:buSzPts val="5000"/>
              <a:buFont typeface="Calibri"/>
              <a:buNone/>
              <a:defRPr b="0" i="0" sz="5000" u="none" cap="none" strike="noStrik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0" name="Google Shape;30;p3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5"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40"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80"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31" name="Google Shape;31;p3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32" name="Google Shape;32;p3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33" name="Google Shape;33;p3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sz="1200" u="none">
                <a:solidFill>
                  <a:srgbClr val="035C75"/>
                </a:solidFill>
                <a:latin typeface="Constantia"/>
                <a:ea typeface="Constantia"/>
                <a:cs typeface="Constantia"/>
                <a:sym typeface="Constantia"/>
              </a:defRPr>
            </a:lvl1pPr>
            <a:lvl2pPr indent="0" lvl="1" marL="0" marR="0" rtl="0" algn="r">
              <a:spcBef>
                <a:spcPts val="0"/>
              </a:spcBef>
              <a:buNone/>
              <a:defRPr b="0" sz="1200" u="none">
                <a:solidFill>
                  <a:srgbClr val="035C75"/>
                </a:solidFill>
                <a:latin typeface="Constantia"/>
                <a:ea typeface="Constantia"/>
                <a:cs typeface="Constantia"/>
                <a:sym typeface="Constantia"/>
              </a:defRPr>
            </a:lvl2pPr>
            <a:lvl3pPr indent="0" lvl="2" marL="0" marR="0" rtl="0" algn="r">
              <a:spcBef>
                <a:spcPts val="0"/>
              </a:spcBef>
              <a:buNone/>
              <a:defRPr b="0" sz="1200" u="none">
                <a:solidFill>
                  <a:srgbClr val="035C75"/>
                </a:solidFill>
                <a:latin typeface="Constantia"/>
                <a:ea typeface="Constantia"/>
                <a:cs typeface="Constantia"/>
                <a:sym typeface="Constantia"/>
              </a:defRPr>
            </a:lvl3pPr>
            <a:lvl4pPr indent="0" lvl="3" marL="0" marR="0" rtl="0" algn="r">
              <a:spcBef>
                <a:spcPts val="0"/>
              </a:spcBef>
              <a:buNone/>
              <a:defRPr b="0" sz="1200" u="none">
                <a:solidFill>
                  <a:srgbClr val="035C75"/>
                </a:solidFill>
                <a:latin typeface="Constantia"/>
                <a:ea typeface="Constantia"/>
                <a:cs typeface="Constantia"/>
                <a:sym typeface="Constantia"/>
              </a:defRPr>
            </a:lvl4pPr>
            <a:lvl5pPr indent="0" lvl="4" marL="0" marR="0" rtl="0" algn="r">
              <a:spcBef>
                <a:spcPts val="0"/>
              </a:spcBef>
              <a:buNone/>
              <a:defRPr b="0" sz="1200" u="none">
                <a:solidFill>
                  <a:srgbClr val="035C75"/>
                </a:solidFill>
                <a:latin typeface="Constantia"/>
                <a:ea typeface="Constantia"/>
                <a:cs typeface="Constantia"/>
                <a:sym typeface="Constantia"/>
              </a:defRPr>
            </a:lvl5pPr>
            <a:lvl6pPr indent="0" lvl="5" marL="0" marR="0" rtl="0" algn="r">
              <a:spcBef>
                <a:spcPts val="0"/>
              </a:spcBef>
              <a:buNone/>
              <a:defRPr b="0" sz="1200" u="none">
                <a:solidFill>
                  <a:srgbClr val="035C75"/>
                </a:solidFill>
                <a:latin typeface="Constantia"/>
                <a:ea typeface="Constantia"/>
                <a:cs typeface="Constantia"/>
                <a:sym typeface="Constantia"/>
              </a:defRPr>
            </a:lvl6pPr>
            <a:lvl7pPr indent="0" lvl="6" marL="0" marR="0" rtl="0" algn="r">
              <a:spcBef>
                <a:spcPts val="0"/>
              </a:spcBef>
              <a:buNone/>
              <a:defRPr b="0" sz="1200" u="none">
                <a:solidFill>
                  <a:srgbClr val="035C75"/>
                </a:solidFill>
                <a:latin typeface="Constantia"/>
                <a:ea typeface="Constantia"/>
                <a:cs typeface="Constantia"/>
                <a:sym typeface="Constantia"/>
              </a:defRPr>
            </a:lvl7pPr>
            <a:lvl8pPr indent="0" lvl="7" marL="0" marR="0" rtl="0" algn="r">
              <a:spcBef>
                <a:spcPts val="0"/>
              </a:spcBef>
              <a:buNone/>
              <a:defRPr b="0" sz="1200" u="none">
                <a:solidFill>
                  <a:srgbClr val="035C75"/>
                </a:solidFill>
                <a:latin typeface="Constantia"/>
                <a:ea typeface="Constantia"/>
                <a:cs typeface="Constantia"/>
                <a:sym typeface="Constantia"/>
              </a:defRPr>
            </a:lvl8pPr>
            <a:lvl9pPr indent="0" lvl="8" marL="0" marR="0" rtl="0" algn="r">
              <a:spcBef>
                <a:spcPts val="0"/>
              </a:spcBef>
              <a:buNone/>
              <a:defRPr b="0" sz="1200" u="non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34" name="Google Shape;34;p34"/>
          <p:cNvGrpSpPr/>
          <p:nvPr/>
        </p:nvGrpSpPr>
        <p:grpSpPr>
          <a:xfrm>
            <a:off x="-29294" y="-16113"/>
            <a:ext cx="9198255" cy="1086266"/>
            <a:chOff x="-29322" y="-1971"/>
            <a:chExt cx="9198255" cy="1086266"/>
          </a:xfrm>
        </p:grpSpPr>
        <p:sp>
          <p:nvSpPr>
            <p:cNvPr id="35" name="Google Shape;35;p34"/>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6" name="Google Shape;36;p34"/>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
          <p:cNvSpPr txBox="1"/>
          <p:nvPr>
            <p:ph type="ctrTitle"/>
          </p:nvPr>
        </p:nvSpPr>
        <p:spPr>
          <a:xfrm>
            <a:off x="685800" y="1295401"/>
            <a:ext cx="7772400" cy="2305050"/>
          </a:xfrm>
          <a:prstGeom prst="rect">
            <a:avLst/>
          </a:prstGeom>
          <a:noFill/>
          <a:ln>
            <a:noFill/>
          </a:ln>
        </p:spPr>
        <p:txBody>
          <a:bodyPr anchorCtr="0" anchor="b" bIns="0" lIns="0" spcFirstLastPara="1" rIns="18275" wrap="square" tIns="0">
            <a:normAutofit fontScale="90000"/>
          </a:bodyPr>
          <a:lstStyle/>
          <a:p>
            <a:pPr indent="0" lvl="0" marL="0" rtl="0" algn="r">
              <a:spcBef>
                <a:spcPts val="0"/>
              </a:spcBef>
              <a:spcAft>
                <a:spcPts val="0"/>
              </a:spcAft>
              <a:buClr>
                <a:srgbClr val="4CE0EA"/>
              </a:buClr>
              <a:buSzPct val="100000"/>
              <a:buFont typeface="Calibri"/>
              <a:buNone/>
            </a:pPr>
            <a:br>
              <a:rPr lang="en-US"/>
            </a:br>
            <a:r>
              <a:rPr lang="en-US"/>
              <a:t> OOP</a:t>
            </a:r>
            <a:r>
              <a:rPr b="1" lang="en-US"/>
              <a:t> 	</a:t>
            </a:r>
            <a:br>
              <a:rPr b="1" lang="en-US"/>
            </a:br>
            <a:endParaRPr/>
          </a:p>
        </p:txBody>
      </p:sp>
      <p:sp>
        <p:nvSpPr>
          <p:cNvPr id="115" name="Google Shape;115;p1"/>
          <p:cNvSpPr txBox="1"/>
          <p:nvPr>
            <p:ph idx="1" type="subTitle"/>
          </p:nvPr>
        </p:nvSpPr>
        <p:spPr>
          <a:xfrm>
            <a:off x="914400" y="3886200"/>
            <a:ext cx="7315200" cy="1752600"/>
          </a:xfrm>
          <a:prstGeom prst="rect">
            <a:avLst/>
          </a:prstGeom>
          <a:noFill/>
          <a:ln>
            <a:noFill/>
          </a:ln>
        </p:spPr>
        <p:txBody>
          <a:bodyPr anchorCtr="0" anchor="t" bIns="45700" lIns="0" spcFirstLastPara="1" rIns="18275" wrap="square" tIns="45700">
            <a:normAutofit/>
          </a:bodyPr>
          <a:lstStyle/>
          <a:p>
            <a:pPr indent="0" lvl="0" marL="0" marR="45720" rtl="0" algn="r">
              <a:spcBef>
                <a:spcPts val="0"/>
              </a:spcBef>
              <a:spcAft>
                <a:spcPts val="0"/>
              </a:spcAft>
              <a:buSzPts val="2470"/>
              <a:buNone/>
            </a:pPr>
            <a:r>
              <a:rPr lang="en-US"/>
              <a:t>Priti Patel</a:t>
            </a:r>
            <a:endParaRPr/>
          </a:p>
          <a:p>
            <a:pPr indent="0" lvl="0" marL="0" marR="45720" rtl="0" algn="r">
              <a:spcBef>
                <a:spcPts val="520"/>
              </a:spcBef>
              <a:spcAft>
                <a:spcPts val="0"/>
              </a:spcAft>
              <a:buSzPts val="2470"/>
              <a:buNone/>
            </a:pPr>
            <a:r>
              <a:rPr lang="en-US"/>
              <a:t>Department of Computer Applications</a:t>
            </a:r>
            <a:endParaRPr/>
          </a:p>
          <a:p>
            <a:pPr indent="0" lvl="0" marL="0" marR="45720" rtl="0" algn="r">
              <a:spcBef>
                <a:spcPts val="520"/>
              </a:spcBef>
              <a:spcAft>
                <a:spcPts val="0"/>
              </a:spcAft>
              <a:buSzPts val="247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Topics </a:t>
            </a:r>
            <a:endParaRPr/>
          </a:p>
        </p:txBody>
      </p:sp>
      <p:sp>
        <p:nvSpPr>
          <p:cNvPr id="121" name="Google Shape;121;p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Inheritance</a:t>
            </a:r>
            <a:endParaRPr/>
          </a:p>
          <a:p>
            <a:pPr indent="-117475" lvl="0" marL="274320" rtl="0" algn="l">
              <a:spcBef>
                <a:spcPts val="520"/>
              </a:spcBef>
              <a:spcAft>
                <a:spcPts val="0"/>
              </a:spcAft>
              <a:buSzPts val="247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
          <p:cNvSpPr txBox="1"/>
          <p:nvPr>
            <p:ph type="title"/>
          </p:nvPr>
        </p:nvSpPr>
        <p:spPr>
          <a:xfrm>
            <a:off x="428596" y="428604"/>
            <a:ext cx="8229600" cy="84698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lang="en-US"/>
              <a:t>Inheritance</a:t>
            </a:r>
            <a:endParaRPr/>
          </a:p>
        </p:txBody>
      </p:sp>
      <p:sp>
        <p:nvSpPr>
          <p:cNvPr id="127" name="Google Shape;127;p3"/>
          <p:cNvSpPr txBox="1"/>
          <p:nvPr>
            <p:ph idx="1" type="body"/>
          </p:nvPr>
        </p:nvSpPr>
        <p:spPr>
          <a:xfrm>
            <a:off x="457200" y="1357298"/>
            <a:ext cx="8229600" cy="4967302"/>
          </a:xfrm>
          <a:prstGeom prst="rect">
            <a:avLst/>
          </a:prstGeom>
          <a:noFill/>
          <a:ln>
            <a:noFill/>
          </a:ln>
        </p:spPr>
        <p:txBody>
          <a:bodyPr anchorCtr="0" anchor="t" bIns="45700" lIns="91425" spcFirstLastPara="1" rIns="91425" wrap="square" tIns="45700">
            <a:normAutofit fontScale="92500"/>
          </a:bodyPr>
          <a:lstStyle/>
          <a:p>
            <a:pPr indent="-274320" lvl="0" marL="274320" rtl="0" algn="l">
              <a:spcBef>
                <a:spcPts val="0"/>
              </a:spcBef>
              <a:spcAft>
                <a:spcPts val="0"/>
              </a:spcAft>
              <a:buSzPct val="95000"/>
              <a:buChar char="⚫"/>
            </a:pPr>
            <a:r>
              <a:rPr lang="en-US"/>
              <a:t>It is a concept of Object-Oriented</a:t>
            </a:r>
            <a:r>
              <a:rPr b="1" lang="en-US"/>
              <a:t> </a:t>
            </a:r>
            <a:r>
              <a:rPr lang="en-US"/>
              <a:t>Programming.</a:t>
            </a:r>
            <a:endParaRPr/>
          </a:p>
          <a:p>
            <a:pPr indent="-274320" lvl="0" marL="274320" rtl="0" algn="l">
              <a:spcBef>
                <a:spcPts val="481"/>
              </a:spcBef>
              <a:spcAft>
                <a:spcPts val="0"/>
              </a:spcAft>
              <a:buSzPct val="95000"/>
              <a:buChar char="⚫"/>
            </a:pPr>
            <a:r>
              <a:rPr lang="en-US"/>
              <a:t>Inheritance is a mechanism that allows us to inherit all the properties from another class. </a:t>
            </a:r>
            <a:endParaRPr/>
          </a:p>
          <a:p>
            <a:pPr indent="-274320" lvl="0" marL="274320" rtl="0" algn="l">
              <a:spcBef>
                <a:spcPts val="481"/>
              </a:spcBef>
              <a:spcAft>
                <a:spcPts val="0"/>
              </a:spcAft>
              <a:buSzPct val="95000"/>
              <a:buChar char="⚫"/>
            </a:pPr>
            <a:r>
              <a:rPr lang="en-US"/>
              <a:t>The class from which the properties and functionalities are utilized is called the </a:t>
            </a:r>
            <a:r>
              <a:rPr b="1" lang="en-US"/>
              <a:t>parent class (</a:t>
            </a:r>
            <a:r>
              <a:rPr lang="en-US"/>
              <a:t>also called as </a:t>
            </a:r>
            <a:r>
              <a:rPr b="1" lang="en-US"/>
              <a:t>Base Class)</a:t>
            </a:r>
            <a:r>
              <a:rPr lang="en-US"/>
              <a:t>. </a:t>
            </a:r>
            <a:endParaRPr/>
          </a:p>
          <a:p>
            <a:pPr indent="-274320" lvl="0" marL="274320" rtl="0" algn="l">
              <a:spcBef>
                <a:spcPts val="481"/>
              </a:spcBef>
              <a:spcAft>
                <a:spcPts val="0"/>
              </a:spcAft>
              <a:buSzPct val="95000"/>
              <a:buChar char="⚫"/>
            </a:pPr>
            <a:r>
              <a:rPr lang="en-US"/>
              <a:t>The class which uses the properties from another class is called as </a:t>
            </a:r>
            <a:r>
              <a:rPr b="1" lang="en-US"/>
              <a:t>Child Class (</a:t>
            </a:r>
            <a:r>
              <a:rPr lang="en-US"/>
              <a:t>also known as </a:t>
            </a:r>
            <a:r>
              <a:rPr b="1" lang="en-US"/>
              <a:t>Derived class)</a:t>
            </a:r>
            <a:r>
              <a:rPr lang="en-US"/>
              <a:t>. </a:t>
            </a:r>
            <a:endParaRPr/>
          </a:p>
          <a:p>
            <a:pPr indent="-274320" lvl="0" marL="274320" rtl="0" algn="l">
              <a:spcBef>
                <a:spcPts val="481"/>
              </a:spcBef>
              <a:spcAft>
                <a:spcPts val="0"/>
              </a:spcAft>
              <a:buSzPct val="95000"/>
              <a:buChar char="⚫"/>
            </a:pPr>
            <a:r>
              <a:rPr lang="en-US"/>
              <a:t>Inheritance is also called an </a:t>
            </a:r>
            <a:r>
              <a:rPr b="1" lang="en-US"/>
              <a:t>Is-A Relation</a:t>
            </a:r>
            <a:r>
              <a:rPr lang="en-US"/>
              <a:t>. </a:t>
            </a:r>
            <a:endParaRPr/>
          </a:p>
          <a:p>
            <a:pPr indent="-274320" lvl="0" marL="274320" rtl="0" algn="l">
              <a:spcBef>
                <a:spcPts val="481"/>
              </a:spcBef>
              <a:spcAft>
                <a:spcPts val="0"/>
              </a:spcAft>
              <a:buSzPct val="95000"/>
              <a:buChar char="⚫"/>
            </a:pPr>
            <a:r>
              <a:rPr lang="en-US"/>
              <a:t>Let’s say you have a base class Animal and you derive from it to create a Horse class. The inheritance relationship states that a Horse </a:t>
            </a:r>
            <a:r>
              <a:rPr b="1" lang="en-US"/>
              <a:t>is an</a:t>
            </a:r>
            <a:r>
              <a:rPr lang="en-US"/>
              <a:t> Animal.</a:t>
            </a:r>
            <a:endParaRPr/>
          </a:p>
          <a:p>
            <a:pPr indent="-129238" lvl="0" marL="274320" rtl="0" algn="l">
              <a:spcBef>
                <a:spcPts val="481"/>
              </a:spcBef>
              <a:spcAft>
                <a:spcPts val="0"/>
              </a:spcAft>
              <a:buSzPct val="95000"/>
              <a:buNone/>
            </a:pPr>
            <a:r>
              <a:t/>
            </a:r>
            <a:endParaRPr/>
          </a:p>
          <a:p>
            <a:pPr indent="-129238" lvl="0" marL="274320" rtl="0" algn="l">
              <a:spcBef>
                <a:spcPts val="481"/>
              </a:spcBef>
              <a:spcAft>
                <a:spcPts val="0"/>
              </a:spcAft>
              <a:buSzPct val="95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4"/>
          <p:cNvSpPr txBox="1"/>
          <p:nvPr>
            <p:ph type="title"/>
          </p:nvPr>
        </p:nvSpPr>
        <p:spPr>
          <a:xfrm>
            <a:off x="428596" y="428604"/>
            <a:ext cx="8229600" cy="84698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lang="en-US"/>
              <a:t>Inheritance</a:t>
            </a:r>
            <a:endParaRPr/>
          </a:p>
        </p:txBody>
      </p:sp>
      <p:sp>
        <p:nvSpPr>
          <p:cNvPr id="133" name="Google Shape;133;p4"/>
          <p:cNvSpPr txBox="1"/>
          <p:nvPr>
            <p:ph idx="1" type="body"/>
          </p:nvPr>
        </p:nvSpPr>
        <p:spPr>
          <a:xfrm>
            <a:off x="457200" y="1357298"/>
            <a:ext cx="8229600" cy="496730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Code reusability- we do not have to write the same code again and again, we can just inherit the properties we need in a child class.</a:t>
            </a:r>
            <a:endParaRPr/>
          </a:p>
          <a:p>
            <a:pPr indent="-274320" lvl="0" marL="274320" rtl="0" algn="l">
              <a:spcBef>
                <a:spcPts val="520"/>
              </a:spcBef>
              <a:spcAft>
                <a:spcPts val="0"/>
              </a:spcAft>
              <a:buSzPts val="2470"/>
              <a:buChar char="⚫"/>
            </a:pPr>
            <a:r>
              <a:rPr lang="en-US"/>
              <a:t>It represents a real world relationship between parent class and child class.</a:t>
            </a:r>
            <a:endParaRPr/>
          </a:p>
          <a:p>
            <a:pPr indent="-274320" lvl="0" marL="274320" rtl="0" algn="l">
              <a:spcBef>
                <a:spcPts val="520"/>
              </a:spcBef>
              <a:spcAft>
                <a:spcPts val="0"/>
              </a:spcAft>
              <a:buSzPts val="2470"/>
              <a:buChar char="⚫"/>
            </a:pPr>
            <a:r>
              <a:rPr lang="en-US"/>
              <a:t>It is transitive in nature. If a child class inherits properties from a parent class, then all other sub-classes of the child class will also inherit the properties of the parent class.</a:t>
            </a:r>
            <a:endParaRPr/>
          </a:p>
          <a:p>
            <a:pPr indent="-274320" lvl="0" marL="274320" rtl="0" algn="l">
              <a:spcBef>
                <a:spcPts val="520"/>
              </a:spcBef>
              <a:spcAft>
                <a:spcPts val="0"/>
              </a:spcAft>
              <a:buSzPts val="247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5"/>
          <p:cNvSpPr txBox="1"/>
          <p:nvPr>
            <p:ph type="title"/>
          </p:nvPr>
        </p:nvSpPr>
        <p:spPr>
          <a:xfrm>
            <a:off x="428596" y="428604"/>
            <a:ext cx="8229600" cy="84698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lang="en-US"/>
              <a:t>Inheritance</a:t>
            </a:r>
            <a:endParaRPr/>
          </a:p>
        </p:txBody>
      </p:sp>
      <p:pic>
        <p:nvPicPr>
          <p:cNvPr id="139" name="Google Shape;139;p5"/>
          <p:cNvPicPr preferRelativeResize="0"/>
          <p:nvPr>
            <p:ph idx="1" type="body"/>
          </p:nvPr>
        </p:nvPicPr>
        <p:blipFill rotWithShape="1">
          <a:blip r:embed="rId3">
            <a:alphaModFix/>
          </a:blip>
          <a:srcRect b="0" l="0" r="0" t="0"/>
          <a:stretch/>
        </p:blipFill>
        <p:spPr>
          <a:xfrm>
            <a:off x="3267075" y="2243931"/>
            <a:ext cx="2609850" cy="3771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6"/>
          <p:cNvSpPr txBox="1"/>
          <p:nvPr>
            <p:ph type="title"/>
          </p:nvPr>
        </p:nvSpPr>
        <p:spPr>
          <a:xfrm>
            <a:off x="428596" y="428604"/>
            <a:ext cx="8229600" cy="84698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lang="en-US"/>
              <a:t>Inheritance</a:t>
            </a:r>
            <a:endParaRPr/>
          </a:p>
        </p:txBody>
      </p:sp>
      <p:sp>
        <p:nvSpPr>
          <p:cNvPr id="145" name="Google Shape;145;p6"/>
          <p:cNvSpPr txBox="1"/>
          <p:nvPr>
            <p:ph idx="1" type="body"/>
          </p:nvPr>
        </p:nvSpPr>
        <p:spPr>
          <a:xfrm>
            <a:off x="457200" y="1357298"/>
            <a:ext cx="8229600" cy="4967302"/>
          </a:xfrm>
          <a:prstGeom prst="rect">
            <a:avLst/>
          </a:prstGeom>
          <a:noFill/>
          <a:ln>
            <a:noFill/>
          </a:ln>
        </p:spPr>
        <p:txBody>
          <a:bodyPr anchorCtr="0" anchor="t" bIns="45700" lIns="91425" spcFirstLastPara="1" rIns="91425" wrap="square" tIns="45700">
            <a:normAutofit fontScale="25000" lnSpcReduction="20000"/>
          </a:bodyPr>
          <a:lstStyle/>
          <a:p>
            <a:pPr indent="-274320" lvl="0" marL="274320" rtl="0" algn="l">
              <a:spcBef>
                <a:spcPts val="0"/>
              </a:spcBef>
              <a:spcAft>
                <a:spcPts val="0"/>
              </a:spcAft>
              <a:buSzPct val="95000"/>
              <a:buNone/>
            </a:pPr>
            <a:r>
              <a:rPr lang="en-US" sz="5500"/>
              <a:t>Syntax :</a:t>
            </a:r>
            <a:endParaRPr/>
          </a:p>
          <a:p>
            <a:pPr indent="-274320" lvl="0" marL="274320" rtl="0" algn="l">
              <a:spcBef>
                <a:spcPts val="275"/>
              </a:spcBef>
              <a:spcAft>
                <a:spcPts val="0"/>
              </a:spcAft>
              <a:buSzPct val="95000"/>
              <a:buNone/>
            </a:pPr>
            <a:r>
              <a:rPr lang="en-US" sz="5500">
                <a:solidFill>
                  <a:srgbClr val="FF0000"/>
                </a:solidFill>
              </a:rPr>
              <a:t># Parent class</a:t>
            </a:r>
            <a:endParaRPr/>
          </a:p>
          <a:p>
            <a:pPr indent="-274320" lvl="0" marL="274320" rtl="0" algn="l">
              <a:spcBef>
                <a:spcPts val="275"/>
              </a:spcBef>
              <a:spcAft>
                <a:spcPts val="0"/>
              </a:spcAft>
              <a:buSzPct val="95000"/>
              <a:buNone/>
            </a:pPr>
            <a:r>
              <a:rPr lang="en-US" sz="5500">
                <a:solidFill>
                  <a:srgbClr val="FF0000"/>
                </a:solidFill>
              </a:rPr>
              <a:t>	class Parent :        </a:t>
            </a:r>
            <a:endParaRPr/>
          </a:p>
          <a:p>
            <a:pPr indent="-274320" lvl="0" marL="274320" rtl="0" algn="l">
              <a:spcBef>
                <a:spcPts val="275"/>
              </a:spcBef>
              <a:spcAft>
                <a:spcPts val="0"/>
              </a:spcAft>
              <a:buSzPct val="95000"/>
              <a:buNone/>
            </a:pPr>
            <a:r>
              <a:rPr lang="en-US" sz="5500">
                <a:solidFill>
                  <a:srgbClr val="FF0000"/>
                </a:solidFill>
              </a:rPr>
              <a:t>      		     # Constructor</a:t>
            </a:r>
            <a:endParaRPr/>
          </a:p>
          <a:p>
            <a:pPr indent="-274320" lvl="0" marL="274320" rtl="0" algn="l">
              <a:spcBef>
                <a:spcPts val="275"/>
              </a:spcBef>
              <a:spcAft>
                <a:spcPts val="0"/>
              </a:spcAft>
              <a:buSzPct val="95000"/>
              <a:buNone/>
            </a:pPr>
            <a:r>
              <a:rPr lang="en-US" sz="5500">
                <a:solidFill>
                  <a:srgbClr val="FF0000"/>
                </a:solidFill>
              </a:rPr>
              <a:t>           	     # Variables of Parent class</a:t>
            </a:r>
            <a:endParaRPr/>
          </a:p>
          <a:p>
            <a:pPr indent="-274320" lvl="0" marL="274320" rtl="0" algn="l">
              <a:spcBef>
                <a:spcPts val="275"/>
              </a:spcBef>
              <a:spcAft>
                <a:spcPts val="0"/>
              </a:spcAft>
              <a:buSzPct val="95000"/>
              <a:buNone/>
            </a:pPr>
            <a:r>
              <a:t/>
            </a:r>
            <a:endParaRPr sz="5500">
              <a:solidFill>
                <a:srgbClr val="FF0000"/>
              </a:solidFill>
            </a:endParaRPr>
          </a:p>
          <a:p>
            <a:pPr indent="-274320" lvl="0" marL="274320" rtl="0" algn="l">
              <a:spcBef>
                <a:spcPts val="275"/>
              </a:spcBef>
              <a:spcAft>
                <a:spcPts val="0"/>
              </a:spcAft>
              <a:buSzPct val="95000"/>
              <a:buNone/>
            </a:pPr>
            <a:r>
              <a:rPr lang="en-US" sz="5500">
                <a:solidFill>
                  <a:srgbClr val="FF0000"/>
                </a:solidFill>
              </a:rPr>
              <a:t>           	      # Methods</a:t>
            </a:r>
            <a:endParaRPr/>
          </a:p>
          <a:p>
            <a:pPr indent="-274320" lvl="0" marL="274320" rtl="0" algn="l">
              <a:spcBef>
                <a:spcPts val="275"/>
              </a:spcBef>
              <a:spcAft>
                <a:spcPts val="0"/>
              </a:spcAft>
              <a:buSzPct val="95000"/>
              <a:buNone/>
            </a:pPr>
            <a:r>
              <a:rPr lang="en-US" sz="5500">
                <a:solidFill>
                  <a:srgbClr val="FF0000"/>
                </a:solidFill>
              </a:rPr>
              <a:t>           ...</a:t>
            </a:r>
            <a:endParaRPr/>
          </a:p>
          <a:p>
            <a:pPr indent="-274320" lvl="0" marL="274320" rtl="0" algn="l">
              <a:spcBef>
                <a:spcPts val="275"/>
              </a:spcBef>
              <a:spcAft>
                <a:spcPts val="0"/>
              </a:spcAft>
              <a:buSzPct val="95000"/>
              <a:buNone/>
            </a:pPr>
            <a:r>
              <a:t/>
            </a:r>
            <a:endParaRPr sz="5500">
              <a:solidFill>
                <a:srgbClr val="FF0000"/>
              </a:solidFill>
            </a:endParaRPr>
          </a:p>
          <a:p>
            <a:pPr indent="-274320" lvl="0" marL="274320" rtl="0" algn="l">
              <a:spcBef>
                <a:spcPts val="275"/>
              </a:spcBef>
              <a:spcAft>
                <a:spcPts val="0"/>
              </a:spcAft>
              <a:buSzPct val="95000"/>
              <a:buNone/>
            </a:pPr>
            <a:r>
              <a:rPr lang="en-US" sz="5500">
                <a:solidFill>
                  <a:srgbClr val="FF0000"/>
                </a:solidFill>
              </a:rPr>
              <a:t>           </a:t>
            </a:r>
            <a:endParaRPr/>
          </a:p>
          <a:p>
            <a:pPr indent="-274320" lvl="0" marL="274320" rtl="0" algn="l">
              <a:spcBef>
                <a:spcPts val="275"/>
              </a:spcBef>
              <a:spcAft>
                <a:spcPts val="0"/>
              </a:spcAft>
              <a:buSzPct val="95000"/>
              <a:buNone/>
            </a:pPr>
            <a:r>
              <a:t/>
            </a:r>
            <a:endParaRPr sz="5500">
              <a:solidFill>
                <a:srgbClr val="FF0000"/>
              </a:solidFill>
            </a:endParaRPr>
          </a:p>
          <a:p>
            <a:pPr indent="-274320" lvl="0" marL="274320" rtl="0" algn="l">
              <a:spcBef>
                <a:spcPts val="275"/>
              </a:spcBef>
              <a:spcAft>
                <a:spcPts val="0"/>
              </a:spcAft>
              <a:buSzPct val="95000"/>
              <a:buNone/>
            </a:pPr>
            <a:r>
              <a:t/>
            </a:r>
            <a:endParaRPr sz="5500">
              <a:solidFill>
                <a:srgbClr val="FF0000"/>
              </a:solidFill>
            </a:endParaRPr>
          </a:p>
          <a:p>
            <a:pPr indent="-274320" lvl="0" marL="274320" rtl="0" algn="l">
              <a:spcBef>
                <a:spcPts val="275"/>
              </a:spcBef>
              <a:spcAft>
                <a:spcPts val="0"/>
              </a:spcAft>
              <a:buSzPct val="95000"/>
              <a:buNone/>
            </a:pPr>
            <a:r>
              <a:rPr lang="en-US" sz="5500">
                <a:solidFill>
                  <a:srgbClr val="FF0000"/>
                </a:solidFill>
              </a:rPr>
              <a:t># Child class inheriting Parent class </a:t>
            </a:r>
            <a:endParaRPr/>
          </a:p>
          <a:p>
            <a:pPr indent="-274320" lvl="0" marL="274320" rtl="0" algn="l">
              <a:spcBef>
                <a:spcPts val="275"/>
              </a:spcBef>
              <a:spcAft>
                <a:spcPts val="0"/>
              </a:spcAft>
              <a:buSzPct val="95000"/>
              <a:buNone/>
            </a:pPr>
            <a:r>
              <a:t/>
            </a:r>
            <a:endParaRPr sz="5500">
              <a:solidFill>
                <a:srgbClr val="FF0000"/>
              </a:solidFill>
            </a:endParaRPr>
          </a:p>
          <a:p>
            <a:pPr indent="-274320" lvl="0" marL="274320" rtl="0" algn="l">
              <a:spcBef>
                <a:spcPts val="275"/>
              </a:spcBef>
              <a:spcAft>
                <a:spcPts val="0"/>
              </a:spcAft>
              <a:buSzPct val="95000"/>
              <a:buNone/>
            </a:pPr>
            <a:r>
              <a:rPr lang="en-US" sz="5500">
                <a:solidFill>
                  <a:srgbClr val="FF0000"/>
                </a:solidFill>
              </a:rPr>
              <a:t>	class Child(Parent) :  </a:t>
            </a:r>
            <a:endParaRPr/>
          </a:p>
          <a:p>
            <a:pPr indent="-274320" lvl="0" marL="274320" rtl="0" algn="l">
              <a:spcBef>
                <a:spcPts val="275"/>
              </a:spcBef>
              <a:spcAft>
                <a:spcPts val="0"/>
              </a:spcAft>
              <a:buSzPct val="95000"/>
              <a:buNone/>
            </a:pPr>
            <a:r>
              <a:rPr lang="en-US" sz="5500">
                <a:solidFill>
                  <a:srgbClr val="FF0000"/>
                </a:solidFill>
              </a:rPr>
              <a:t>      		     # constructor of child class</a:t>
            </a:r>
            <a:endParaRPr/>
          </a:p>
          <a:p>
            <a:pPr indent="-274320" lvl="0" marL="274320" rtl="0" algn="l">
              <a:spcBef>
                <a:spcPts val="275"/>
              </a:spcBef>
              <a:spcAft>
                <a:spcPts val="0"/>
              </a:spcAft>
              <a:buSzPct val="95000"/>
              <a:buNone/>
            </a:pPr>
            <a:r>
              <a:rPr lang="en-US" sz="5500">
                <a:solidFill>
                  <a:srgbClr val="FF0000"/>
                </a:solidFill>
              </a:rPr>
              <a:t>         	    # variables of child class</a:t>
            </a:r>
            <a:endParaRPr/>
          </a:p>
          <a:p>
            <a:pPr indent="-274320" lvl="0" marL="274320" rtl="0" algn="l">
              <a:spcBef>
                <a:spcPts val="275"/>
              </a:spcBef>
              <a:spcAft>
                <a:spcPts val="0"/>
              </a:spcAft>
              <a:buSzPct val="95000"/>
              <a:buNone/>
            </a:pPr>
            <a:r>
              <a:rPr lang="en-US" sz="5500">
                <a:solidFill>
                  <a:srgbClr val="FF0000"/>
                </a:solidFill>
              </a:rPr>
              <a:t>           	    # methods of child class</a:t>
            </a:r>
            <a:endParaRPr/>
          </a:p>
          <a:p>
            <a:pPr indent="-274320" lvl="0" marL="274320" rtl="0" algn="l">
              <a:spcBef>
                <a:spcPts val="130"/>
              </a:spcBef>
              <a:spcAft>
                <a:spcPts val="0"/>
              </a:spcAft>
              <a:buSzPct val="95000"/>
              <a:buNone/>
            </a:pPr>
            <a:r>
              <a:t/>
            </a:r>
            <a:endParaRPr/>
          </a:p>
          <a:p>
            <a:pPr indent="-274320" lvl="0" marL="274320" rtl="0" algn="l">
              <a:spcBef>
                <a:spcPts val="130"/>
              </a:spcBef>
              <a:spcAft>
                <a:spcPts val="0"/>
              </a:spcAft>
              <a:buSzPct val="95000"/>
              <a:buNone/>
            </a:pPr>
            <a:r>
              <a:rPr lang="en-US"/>
              <a:t>           ...</a:t>
            </a:r>
            <a:endParaRPr/>
          </a:p>
          <a:p>
            <a:pPr indent="-274320" lvl="0" marL="274320" rtl="0" algn="l">
              <a:spcBef>
                <a:spcPts val="130"/>
              </a:spcBef>
              <a:spcAft>
                <a:spcPts val="0"/>
              </a:spcAft>
              <a:buSzPct val="95000"/>
              <a:buNone/>
            </a:pPr>
            <a:r>
              <a:t/>
            </a:r>
            <a:endParaRPr/>
          </a:p>
          <a:p>
            <a:pPr indent="-274320" lvl="0" marL="274320" rtl="0" algn="l">
              <a:spcBef>
                <a:spcPts val="130"/>
              </a:spcBef>
              <a:spcAft>
                <a:spcPts val="0"/>
              </a:spcAft>
              <a:buSzPct val="95000"/>
              <a:buNone/>
            </a:pPr>
            <a:r>
              <a:rPr lang="en-US"/>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7"/>
          <p:cNvSpPr txBox="1"/>
          <p:nvPr>
            <p:ph type="title"/>
          </p:nvPr>
        </p:nvSpPr>
        <p:spPr>
          <a:xfrm>
            <a:off x="428596" y="428604"/>
            <a:ext cx="8229600" cy="84698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lang="en-US"/>
              <a:t>Inheritance</a:t>
            </a:r>
            <a:endParaRPr/>
          </a:p>
        </p:txBody>
      </p:sp>
      <p:sp>
        <p:nvSpPr>
          <p:cNvPr id="151" name="Google Shape;151;p7"/>
          <p:cNvSpPr txBox="1"/>
          <p:nvPr>
            <p:ph idx="1" type="body"/>
          </p:nvPr>
        </p:nvSpPr>
        <p:spPr>
          <a:xfrm>
            <a:off x="457200" y="1357298"/>
            <a:ext cx="8229600" cy="496730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660"/>
              <a:buChar char="⚫"/>
            </a:pPr>
            <a:r>
              <a:rPr lang="en-US" sz="2800"/>
              <a:t>There are five types of inheritances:</a:t>
            </a:r>
            <a:endParaRPr/>
          </a:p>
          <a:p>
            <a:pPr indent="-274320" lvl="0" marL="274320" rtl="0" algn="l">
              <a:spcBef>
                <a:spcPts val="560"/>
              </a:spcBef>
              <a:spcAft>
                <a:spcPts val="0"/>
              </a:spcAft>
              <a:buSzPts val="2660"/>
              <a:buNone/>
            </a:pPr>
            <a:r>
              <a:t/>
            </a:r>
            <a:endParaRPr sz="2800"/>
          </a:p>
          <a:p>
            <a:pPr indent="-274320" lvl="0" marL="274320" rtl="0" algn="l">
              <a:spcBef>
                <a:spcPts val="560"/>
              </a:spcBef>
              <a:spcAft>
                <a:spcPts val="0"/>
              </a:spcAft>
              <a:buSzPts val="2660"/>
              <a:buChar char="⚫"/>
            </a:pPr>
            <a:r>
              <a:rPr lang="en-US" sz="2800"/>
              <a:t>Single Inheritance</a:t>
            </a:r>
            <a:endParaRPr/>
          </a:p>
          <a:p>
            <a:pPr indent="-274320" lvl="0" marL="274320" rtl="0" algn="l">
              <a:spcBef>
                <a:spcPts val="560"/>
              </a:spcBef>
              <a:spcAft>
                <a:spcPts val="0"/>
              </a:spcAft>
              <a:buSzPts val="2660"/>
              <a:buChar char="⚫"/>
            </a:pPr>
            <a:r>
              <a:rPr lang="en-US" sz="2800"/>
              <a:t>Multiple Inheritance</a:t>
            </a:r>
            <a:endParaRPr/>
          </a:p>
          <a:p>
            <a:pPr indent="-274320" lvl="0" marL="274320" rtl="0" algn="l">
              <a:spcBef>
                <a:spcPts val="560"/>
              </a:spcBef>
              <a:spcAft>
                <a:spcPts val="0"/>
              </a:spcAft>
              <a:buSzPts val="2660"/>
              <a:buChar char="⚫"/>
            </a:pPr>
            <a:r>
              <a:rPr lang="en-US" sz="2800"/>
              <a:t>Multilevel Inheritance</a:t>
            </a:r>
            <a:endParaRPr/>
          </a:p>
          <a:p>
            <a:pPr indent="-274320" lvl="0" marL="274320" rtl="0" algn="l">
              <a:spcBef>
                <a:spcPts val="560"/>
              </a:spcBef>
              <a:spcAft>
                <a:spcPts val="0"/>
              </a:spcAft>
              <a:buSzPts val="2660"/>
              <a:buChar char="⚫"/>
            </a:pPr>
            <a:r>
              <a:rPr lang="en-US" sz="2800"/>
              <a:t>Hierarchical Inheritance</a:t>
            </a:r>
            <a:endParaRPr/>
          </a:p>
          <a:p>
            <a:pPr indent="-274320" lvl="0" marL="274320" rtl="0" algn="l">
              <a:spcBef>
                <a:spcPts val="560"/>
              </a:spcBef>
              <a:spcAft>
                <a:spcPts val="0"/>
              </a:spcAft>
              <a:buSzPts val="2660"/>
              <a:buChar char="⚫"/>
            </a:pPr>
            <a:r>
              <a:rPr lang="en-US" sz="2800"/>
              <a:t>Hybrid Inheritance</a:t>
            </a:r>
            <a:endParaRPr/>
          </a:p>
          <a:p>
            <a:pPr indent="-274320" lvl="0" marL="274320" rtl="0" algn="l">
              <a:spcBef>
                <a:spcPts val="520"/>
              </a:spcBef>
              <a:spcAft>
                <a:spcPts val="0"/>
              </a:spcAft>
              <a:buSzPts val="2470"/>
              <a:buNone/>
            </a:pPr>
            <a:r>
              <a:t/>
            </a:r>
            <a:endParaRPr/>
          </a:p>
          <a:p>
            <a:pPr indent="-274320" lvl="0" marL="274320" rtl="0" algn="l">
              <a:spcBef>
                <a:spcPts val="520"/>
              </a:spcBef>
              <a:spcAft>
                <a:spcPts val="0"/>
              </a:spcAft>
              <a:buSzPts val="2470"/>
              <a:buNone/>
            </a:pPr>
            <a:r>
              <a:rPr lang="en-US"/>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8"/>
          <p:cNvSpPr txBox="1"/>
          <p:nvPr>
            <p:ph type="title"/>
          </p:nvPr>
        </p:nvSpPr>
        <p:spPr>
          <a:xfrm>
            <a:off x="457200" y="704088"/>
            <a:ext cx="8229600" cy="653210"/>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r>
              <a:rPr lang="en-US"/>
              <a:t>Single Inheritance</a:t>
            </a:r>
            <a:endParaRPr/>
          </a:p>
        </p:txBody>
      </p:sp>
      <p:pic>
        <p:nvPicPr>
          <p:cNvPr id="157" name="Google Shape;157;p8"/>
          <p:cNvPicPr preferRelativeResize="0"/>
          <p:nvPr>
            <p:ph idx="1" type="body"/>
          </p:nvPr>
        </p:nvPicPr>
        <p:blipFill rotWithShape="1">
          <a:blip r:embed="rId3">
            <a:alphaModFix/>
          </a:blip>
          <a:srcRect b="0" l="0" r="0" t="0"/>
          <a:stretch/>
        </p:blipFill>
        <p:spPr>
          <a:xfrm>
            <a:off x="3352800" y="2505075"/>
            <a:ext cx="2438400" cy="27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9"/>
          <p:cNvSpPr txBox="1"/>
          <p:nvPr>
            <p:ph type="title"/>
          </p:nvPr>
        </p:nvSpPr>
        <p:spPr>
          <a:xfrm>
            <a:off x="457200" y="704088"/>
            <a:ext cx="8229600" cy="653210"/>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r>
              <a:rPr lang="en-US"/>
              <a:t>Single Inheritance</a:t>
            </a:r>
            <a:endParaRPr/>
          </a:p>
        </p:txBody>
      </p:sp>
      <p:sp>
        <p:nvSpPr>
          <p:cNvPr id="163" name="Google Shape;163;p9"/>
          <p:cNvSpPr txBox="1"/>
          <p:nvPr>
            <p:ph idx="1" type="body"/>
          </p:nvPr>
        </p:nvSpPr>
        <p:spPr>
          <a:xfrm>
            <a:off x="457200" y="1428736"/>
            <a:ext cx="8229600" cy="4895864"/>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None/>
            </a:pPr>
            <a:r>
              <a:rPr b="1" lang="en-US"/>
              <a:t>Example :</a:t>
            </a:r>
            <a:endParaRPr/>
          </a:p>
          <a:p>
            <a:pPr indent="-274320" lvl="0" marL="274320" rtl="0" algn="l">
              <a:spcBef>
                <a:spcPts val="520"/>
              </a:spcBef>
              <a:spcAft>
                <a:spcPts val="0"/>
              </a:spcAft>
              <a:buSzPts val="2470"/>
              <a:buNone/>
            </a:pPr>
            <a:r>
              <a:rPr lang="en-US">
                <a:solidFill>
                  <a:srgbClr val="FF0000"/>
                </a:solidFill>
              </a:rPr>
              <a:t>class Parent:</a:t>
            </a:r>
            <a:endParaRPr/>
          </a:p>
          <a:p>
            <a:pPr indent="-274320" lvl="0" marL="274320" rtl="0" algn="l">
              <a:spcBef>
                <a:spcPts val="520"/>
              </a:spcBef>
              <a:spcAft>
                <a:spcPts val="0"/>
              </a:spcAft>
              <a:buSzPts val="2470"/>
              <a:buNone/>
            </a:pPr>
            <a:r>
              <a:rPr lang="en-US">
                <a:solidFill>
                  <a:srgbClr val="FF0000"/>
                </a:solidFill>
              </a:rPr>
              <a:t>     def func1(self):</a:t>
            </a:r>
            <a:endParaRPr/>
          </a:p>
          <a:p>
            <a:pPr indent="-274320" lvl="0" marL="274320" rtl="0" algn="l">
              <a:spcBef>
                <a:spcPts val="520"/>
              </a:spcBef>
              <a:spcAft>
                <a:spcPts val="0"/>
              </a:spcAft>
              <a:buSzPts val="2470"/>
              <a:buNone/>
            </a:pPr>
            <a:r>
              <a:rPr lang="en-US">
                <a:solidFill>
                  <a:srgbClr val="FF0000"/>
                </a:solidFill>
              </a:rPr>
              <a:t>          print("this is function one")</a:t>
            </a:r>
            <a:endParaRPr/>
          </a:p>
          <a:p>
            <a:pPr indent="-274320" lvl="0" marL="274320" rtl="0" algn="l">
              <a:spcBef>
                <a:spcPts val="520"/>
              </a:spcBef>
              <a:spcAft>
                <a:spcPts val="0"/>
              </a:spcAft>
              <a:buSzPts val="2470"/>
              <a:buNone/>
            </a:pPr>
            <a:r>
              <a:rPr lang="en-US">
                <a:solidFill>
                  <a:srgbClr val="FF0000"/>
                </a:solidFill>
              </a:rPr>
              <a:t>class Child(Parent):</a:t>
            </a:r>
            <a:endParaRPr/>
          </a:p>
          <a:p>
            <a:pPr indent="-274320" lvl="0" marL="274320" rtl="0" algn="l">
              <a:spcBef>
                <a:spcPts val="520"/>
              </a:spcBef>
              <a:spcAft>
                <a:spcPts val="0"/>
              </a:spcAft>
              <a:buSzPts val="2470"/>
              <a:buNone/>
            </a:pPr>
            <a:r>
              <a:rPr lang="en-US">
                <a:solidFill>
                  <a:srgbClr val="FF0000"/>
                </a:solidFill>
              </a:rPr>
              <a:t>     def func2(self):</a:t>
            </a:r>
            <a:endParaRPr/>
          </a:p>
          <a:p>
            <a:pPr indent="-274320" lvl="0" marL="274320" rtl="0" algn="l">
              <a:spcBef>
                <a:spcPts val="520"/>
              </a:spcBef>
              <a:spcAft>
                <a:spcPts val="0"/>
              </a:spcAft>
              <a:buSzPts val="2470"/>
              <a:buNone/>
            </a:pPr>
            <a:r>
              <a:rPr lang="en-US">
                <a:solidFill>
                  <a:srgbClr val="FF0000"/>
                </a:solidFill>
              </a:rPr>
              <a:t>          print(" this is function 2 ")</a:t>
            </a:r>
            <a:endParaRPr/>
          </a:p>
          <a:p>
            <a:pPr indent="-274320" lvl="0" marL="274320" rtl="0" algn="l">
              <a:spcBef>
                <a:spcPts val="520"/>
              </a:spcBef>
              <a:spcAft>
                <a:spcPts val="0"/>
              </a:spcAft>
              <a:buSzPts val="2470"/>
              <a:buNone/>
            </a:pPr>
            <a:r>
              <a:rPr lang="en-US">
                <a:solidFill>
                  <a:srgbClr val="FF0000"/>
                </a:solidFill>
              </a:rPr>
              <a:t>ob = Child()</a:t>
            </a:r>
            <a:endParaRPr/>
          </a:p>
          <a:p>
            <a:pPr indent="-274320" lvl="0" marL="274320" rtl="0" algn="l">
              <a:spcBef>
                <a:spcPts val="520"/>
              </a:spcBef>
              <a:spcAft>
                <a:spcPts val="0"/>
              </a:spcAft>
              <a:buSzPts val="2470"/>
              <a:buNone/>
            </a:pPr>
            <a:r>
              <a:rPr lang="en-US">
                <a:solidFill>
                  <a:srgbClr val="FF0000"/>
                </a:solidFill>
              </a:rPr>
              <a:t>ob.func1()</a:t>
            </a:r>
            <a:endParaRPr/>
          </a:p>
          <a:p>
            <a:pPr indent="-274320" lvl="0" marL="274320" rtl="0" algn="l">
              <a:spcBef>
                <a:spcPts val="520"/>
              </a:spcBef>
              <a:spcAft>
                <a:spcPts val="0"/>
              </a:spcAft>
              <a:buSzPts val="2470"/>
              <a:buNone/>
            </a:pPr>
            <a:r>
              <a:rPr lang="en-US">
                <a:solidFill>
                  <a:srgbClr val="FF0000"/>
                </a:solidFill>
              </a:rPr>
              <a:t>ob.func2()</a:t>
            </a:r>
            <a:endParaRPr/>
          </a:p>
          <a:p>
            <a:pPr indent="-117475" lvl="0" marL="274320" rtl="0" algn="l">
              <a:spcBef>
                <a:spcPts val="520"/>
              </a:spcBef>
              <a:spcAft>
                <a:spcPts val="0"/>
              </a:spcAft>
              <a:buSzPts val="247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0"/>
          <p:cNvSpPr txBox="1"/>
          <p:nvPr>
            <p:ph type="title"/>
          </p:nvPr>
        </p:nvSpPr>
        <p:spPr>
          <a:xfrm>
            <a:off x="642910" y="357166"/>
            <a:ext cx="8229600" cy="84698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b="1" lang="en-US"/>
              <a:t>Multiple Inheritance</a:t>
            </a:r>
            <a:endParaRPr/>
          </a:p>
        </p:txBody>
      </p:sp>
      <p:pic>
        <p:nvPicPr>
          <p:cNvPr id="169" name="Google Shape;169;p10"/>
          <p:cNvPicPr preferRelativeResize="0"/>
          <p:nvPr>
            <p:ph idx="1" type="body"/>
          </p:nvPr>
        </p:nvPicPr>
        <p:blipFill rotWithShape="1">
          <a:blip r:embed="rId3">
            <a:alphaModFix/>
          </a:blip>
          <a:srcRect b="0" l="0" r="0" t="0"/>
          <a:stretch/>
        </p:blipFill>
        <p:spPr>
          <a:xfrm>
            <a:off x="952500" y="2624137"/>
            <a:ext cx="7239000" cy="2362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1"/>
          <p:cNvSpPr txBox="1"/>
          <p:nvPr>
            <p:ph type="title"/>
          </p:nvPr>
        </p:nvSpPr>
        <p:spPr>
          <a:xfrm>
            <a:off x="642910" y="357166"/>
            <a:ext cx="8229600" cy="84698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b="1" lang="en-US"/>
              <a:t>Multiple Inheritance</a:t>
            </a:r>
            <a:endParaRPr/>
          </a:p>
        </p:txBody>
      </p:sp>
      <p:sp>
        <p:nvSpPr>
          <p:cNvPr id="175" name="Google Shape;175;p11"/>
          <p:cNvSpPr txBox="1"/>
          <p:nvPr>
            <p:ph idx="1" type="body"/>
          </p:nvPr>
        </p:nvSpPr>
        <p:spPr>
          <a:xfrm>
            <a:off x="457200" y="1285860"/>
            <a:ext cx="8229600" cy="5038740"/>
          </a:xfrm>
          <a:prstGeom prst="rect">
            <a:avLst/>
          </a:prstGeom>
          <a:noFill/>
          <a:ln>
            <a:noFill/>
          </a:ln>
        </p:spPr>
        <p:txBody>
          <a:bodyPr anchorCtr="0" anchor="t" bIns="45700" lIns="91425" spcFirstLastPara="1" rIns="91425" wrap="square" tIns="45700">
            <a:normAutofit fontScale="85000" lnSpcReduction="20000"/>
          </a:bodyPr>
          <a:lstStyle/>
          <a:p>
            <a:pPr indent="-274320" lvl="0" marL="274320" rtl="0" algn="l">
              <a:spcBef>
                <a:spcPts val="0"/>
              </a:spcBef>
              <a:spcAft>
                <a:spcPts val="0"/>
              </a:spcAft>
              <a:buSzPct val="95000"/>
              <a:buNone/>
            </a:pPr>
            <a:r>
              <a:rPr lang="en-US">
                <a:solidFill>
                  <a:srgbClr val="FF0000"/>
                </a:solidFill>
              </a:rPr>
              <a:t>class Parent:</a:t>
            </a:r>
            <a:endParaRPr/>
          </a:p>
          <a:p>
            <a:pPr indent="-274320" lvl="0" marL="274320" rtl="0" algn="l">
              <a:spcBef>
                <a:spcPts val="442"/>
              </a:spcBef>
              <a:spcAft>
                <a:spcPts val="0"/>
              </a:spcAft>
              <a:buSzPct val="95000"/>
              <a:buNone/>
            </a:pPr>
            <a:r>
              <a:rPr lang="en-US">
                <a:solidFill>
                  <a:srgbClr val="FF0000"/>
                </a:solidFill>
              </a:rPr>
              <a:t>   def func1(self):</a:t>
            </a:r>
            <a:endParaRPr/>
          </a:p>
          <a:p>
            <a:pPr indent="-274320" lvl="0" marL="274320" rtl="0" algn="l">
              <a:spcBef>
                <a:spcPts val="442"/>
              </a:spcBef>
              <a:spcAft>
                <a:spcPts val="0"/>
              </a:spcAft>
              <a:buSzPct val="95000"/>
              <a:buNone/>
            </a:pPr>
            <a:r>
              <a:rPr lang="en-US">
                <a:solidFill>
                  <a:srgbClr val="FF0000"/>
                </a:solidFill>
              </a:rPr>
              <a:t>        print("this is function 1")</a:t>
            </a:r>
            <a:endParaRPr/>
          </a:p>
          <a:p>
            <a:pPr indent="-274320" lvl="0" marL="274320" rtl="0" algn="l">
              <a:spcBef>
                <a:spcPts val="442"/>
              </a:spcBef>
              <a:spcAft>
                <a:spcPts val="0"/>
              </a:spcAft>
              <a:buSzPct val="95000"/>
              <a:buNone/>
            </a:pPr>
            <a:r>
              <a:rPr lang="en-US">
                <a:solidFill>
                  <a:srgbClr val="FF0000"/>
                </a:solidFill>
              </a:rPr>
              <a:t>class Parent2:</a:t>
            </a:r>
            <a:endParaRPr/>
          </a:p>
          <a:p>
            <a:pPr indent="-274320" lvl="0" marL="274320" rtl="0" algn="l">
              <a:spcBef>
                <a:spcPts val="442"/>
              </a:spcBef>
              <a:spcAft>
                <a:spcPts val="0"/>
              </a:spcAft>
              <a:buSzPct val="95000"/>
              <a:buNone/>
            </a:pPr>
            <a:r>
              <a:rPr lang="en-US">
                <a:solidFill>
                  <a:srgbClr val="FF0000"/>
                </a:solidFill>
              </a:rPr>
              <a:t>   def func2(self):</a:t>
            </a:r>
            <a:endParaRPr/>
          </a:p>
          <a:p>
            <a:pPr indent="-274320" lvl="0" marL="274320" rtl="0" algn="l">
              <a:spcBef>
                <a:spcPts val="442"/>
              </a:spcBef>
              <a:spcAft>
                <a:spcPts val="0"/>
              </a:spcAft>
              <a:buSzPct val="95000"/>
              <a:buNone/>
            </a:pPr>
            <a:r>
              <a:rPr lang="en-US">
                <a:solidFill>
                  <a:srgbClr val="FF0000"/>
                </a:solidFill>
              </a:rPr>
              <a:t>        print("this is function 2")</a:t>
            </a:r>
            <a:endParaRPr/>
          </a:p>
          <a:p>
            <a:pPr indent="-274320" lvl="0" marL="274320" rtl="0" algn="l">
              <a:spcBef>
                <a:spcPts val="442"/>
              </a:spcBef>
              <a:spcAft>
                <a:spcPts val="0"/>
              </a:spcAft>
              <a:buSzPct val="95000"/>
              <a:buNone/>
            </a:pPr>
            <a:r>
              <a:rPr lang="en-US">
                <a:solidFill>
                  <a:srgbClr val="FF0000"/>
                </a:solidFill>
              </a:rPr>
              <a:t>class Child(Parent , Parent2):</a:t>
            </a:r>
            <a:endParaRPr/>
          </a:p>
          <a:p>
            <a:pPr indent="-274320" lvl="0" marL="274320" rtl="0" algn="l">
              <a:spcBef>
                <a:spcPts val="442"/>
              </a:spcBef>
              <a:spcAft>
                <a:spcPts val="0"/>
              </a:spcAft>
              <a:buSzPct val="95000"/>
              <a:buNone/>
            </a:pPr>
            <a:r>
              <a:rPr lang="en-US">
                <a:solidFill>
                  <a:srgbClr val="FF0000"/>
                </a:solidFill>
              </a:rPr>
              <a:t>    def func3(self):</a:t>
            </a:r>
            <a:endParaRPr/>
          </a:p>
          <a:p>
            <a:pPr indent="-274320" lvl="0" marL="274320" rtl="0" algn="l">
              <a:spcBef>
                <a:spcPts val="442"/>
              </a:spcBef>
              <a:spcAft>
                <a:spcPts val="0"/>
              </a:spcAft>
              <a:buSzPct val="95000"/>
              <a:buNone/>
            </a:pPr>
            <a:r>
              <a:rPr lang="en-US">
                <a:solidFill>
                  <a:srgbClr val="FF0000"/>
                </a:solidFill>
              </a:rPr>
              <a:t>        print("this is function 3")</a:t>
            </a:r>
            <a:endParaRPr/>
          </a:p>
          <a:p>
            <a:pPr indent="-274320" lvl="0" marL="274320" rtl="0" algn="l">
              <a:spcBef>
                <a:spcPts val="442"/>
              </a:spcBef>
              <a:spcAft>
                <a:spcPts val="0"/>
              </a:spcAft>
              <a:buSzPct val="95000"/>
              <a:buNone/>
            </a:pPr>
            <a:r>
              <a:rPr lang="en-US">
                <a:solidFill>
                  <a:srgbClr val="FF0000"/>
                </a:solidFill>
              </a:rPr>
              <a:t> </a:t>
            </a:r>
            <a:endParaRPr/>
          </a:p>
          <a:p>
            <a:pPr indent="-274320" lvl="0" marL="274320" rtl="0" algn="l">
              <a:spcBef>
                <a:spcPts val="442"/>
              </a:spcBef>
              <a:spcAft>
                <a:spcPts val="0"/>
              </a:spcAft>
              <a:buSzPct val="95000"/>
              <a:buNone/>
            </a:pPr>
            <a:r>
              <a:rPr lang="en-US">
                <a:solidFill>
                  <a:srgbClr val="FF0000"/>
                </a:solidFill>
              </a:rPr>
              <a:t>ob = Child()</a:t>
            </a:r>
            <a:endParaRPr/>
          </a:p>
          <a:p>
            <a:pPr indent="-274320" lvl="0" marL="274320" rtl="0" algn="l">
              <a:spcBef>
                <a:spcPts val="442"/>
              </a:spcBef>
              <a:spcAft>
                <a:spcPts val="0"/>
              </a:spcAft>
              <a:buSzPct val="95000"/>
              <a:buNone/>
            </a:pPr>
            <a:r>
              <a:rPr lang="en-US">
                <a:solidFill>
                  <a:srgbClr val="FF0000"/>
                </a:solidFill>
              </a:rPr>
              <a:t>ob.func1()</a:t>
            </a:r>
            <a:endParaRPr/>
          </a:p>
          <a:p>
            <a:pPr indent="-274320" lvl="0" marL="274320" rtl="0" algn="l">
              <a:spcBef>
                <a:spcPts val="442"/>
              </a:spcBef>
              <a:spcAft>
                <a:spcPts val="0"/>
              </a:spcAft>
              <a:buSzPct val="95000"/>
              <a:buNone/>
            </a:pPr>
            <a:r>
              <a:rPr lang="en-US">
                <a:solidFill>
                  <a:srgbClr val="FF0000"/>
                </a:solidFill>
              </a:rPr>
              <a:t>ob.func2()</a:t>
            </a:r>
            <a:endParaRPr/>
          </a:p>
          <a:p>
            <a:pPr indent="-274320" lvl="0" marL="274320" rtl="0" algn="l">
              <a:spcBef>
                <a:spcPts val="442"/>
              </a:spcBef>
              <a:spcAft>
                <a:spcPts val="0"/>
              </a:spcAft>
              <a:buSzPct val="95000"/>
              <a:buNone/>
            </a:pPr>
            <a:r>
              <a:rPr lang="en-US">
                <a:solidFill>
                  <a:srgbClr val="FF0000"/>
                </a:solidFill>
              </a:rPr>
              <a:t>ob.func3()</a:t>
            </a:r>
            <a:endParaRPr/>
          </a:p>
          <a:p>
            <a:pPr indent="-274320" lvl="0" marL="274320" rtl="0" algn="l">
              <a:spcBef>
                <a:spcPts val="442"/>
              </a:spcBef>
              <a:spcAft>
                <a:spcPts val="0"/>
              </a:spcAft>
              <a:buSzPct val="95000"/>
              <a:buNone/>
            </a:pPr>
            <a:r>
              <a:t/>
            </a:r>
            <a:endParaRPr>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2"/>
          <p:cNvSpPr txBox="1"/>
          <p:nvPr>
            <p:ph type="title"/>
          </p:nvPr>
        </p:nvSpPr>
        <p:spPr>
          <a:xfrm>
            <a:off x="642910" y="357166"/>
            <a:ext cx="8229600" cy="84698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b="1" lang="en-US"/>
              <a:t>Multilevel Inheritance</a:t>
            </a:r>
            <a:endParaRPr/>
          </a:p>
        </p:txBody>
      </p:sp>
      <p:pic>
        <p:nvPicPr>
          <p:cNvPr id="181" name="Google Shape;181;p12"/>
          <p:cNvPicPr preferRelativeResize="0"/>
          <p:nvPr>
            <p:ph idx="1" type="body"/>
          </p:nvPr>
        </p:nvPicPr>
        <p:blipFill rotWithShape="1">
          <a:blip r:embed="rId3">
            <a:alphaModFix/>
          </a:blip>
          <a:srcRect b="0" l="0" r="0" t="0"/>
          <a:stretch/>
        </p:blipFill>
        <p:spPr>
          <a:xfrm>
            <a:off x="3419475" y="1988344"/>
            <a:ext cx="2305050" cy="35623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3"/>
          <p:cNvSpPr txBox="1"/>
          <p:nvPr>
            <p:ph type="title"/>
          </p:nvPr>
        </p:nvSpPr>
        <p:spPr>
          <a:xfrm>
            <a:off x="642910" y="357166"/>
            <a:ext cx="8229600" cy="84698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b="1" lang="en-US"/>
              <a:t>Multilevel Inheritance</a:t>
            </a:r>
            <a:endParaRPr/>
          </a:p>
        </p:txBody>
      </p:sp>
      <p:sp>
        <p:nvSpPr>
          <p:cNvPr id="187" name="Google Shape;187;p13"/>
          <p:cNvSpPr txBox="1"/>
          <p:nvPr>
            <p:ph idx="1" type="body"/>
          </p:nvPr>
        </p:nvSpPr>
        <p:spPr>
          <a:xfrm>
            <a:off x="457200" y="1214422"/>
            <a:ext cx="8229600" cy="5110178"/>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95000"/>
              <a:buNone/>
            </a:pPr>
            <a:r>
              <a:rPr lang="en-US">
                <a:solidFill>
                  <a:srgbClr val="FF0000"/>
                </a:solidFill>
              </a:rPr>
              <a:t>class Parent:</a:t>
            </a:r>
            <a:endParaRPr/>
          </a:p>
          <a:p>
            <a:pPr indent="-274320" lvl="0" marL="274320" rtl="0" algn="l">
              <a:spcBef>
                <a:spcPts val="481"/>
              </a:spcBef>
              <a:spcAft>
                <a:spcPts val="0"/>
              </a:spcAft>
              <a:buSzPct val="95000"/>
              <a:buNone/>
            </a:pPr>
            <a:r>
              <a:rPr lang="en-US">
                <a:solidFill>
                  <a:srgbClr val="FF0000"/>
                </a:solidFill>
              </a:rPr>
              <a:t>      def func1(self):</a:t>
            </a:r>
            <a:endParaRPr/>
          </a:p>
          <a:p>
            <a:pPr indent="-274320" lvl="0" marL="274320" rtl="0" algn="l">
              <a:spcBef>
                <a:spcPts val="481"/>
              </a:spcBef>
              <a:spcAft>
                <a:spcPts val="0"/>
              </a:spcAft>
              <a:buSzPct val="95000"/>
              <a:buNone/>
            </a:pPr>
            <a:r>
              <a:rPr lang="en-US">
                <a:solidFill>
                  <a:srgbClr val="FF0000"/>
                </a:solidFill>
              </a:rPr>
              <a:t>          print("this is function 1")</a:t>
            </a:r>
            <a:endParaRPr/>
          </a:p>
          <a:p>
            <a:pPr indent="-274320" lvl="0" marL="274320" rtl="0" algn="l">
              <a:spcBef>
                <a:spcPts val="481"/>
              </a:spcBef>
              <a:spcAft>
                <a:spcPts val="0"/>
              </a:spcAft>
              <a:buSzPct val="95000"/>
              <a:buNone/>
            </a:pPr>
            <a:r>
              <a:rPr lang="en-US">
                <a:solidFill>
                  <a:srgbClr val="FF0000"/>
                </a:solidFill>
              </a:rPr>
              <a:t>class Child(Parent):</a:t>
            </a:r>
            <a:endParaRPr/>
          </a:p>
          <a:p>
            <a:pPr indent="-274320" lvl="0" marL="274320" rtl="0" algn="l">
              <a:spcBef>
                <a:spcPts val="481"/>
              </a:spcBef>
              <a:spcAft>
                <a:spcPts val="0"/>
              </a:spcAft>
              <a:buSzPct val="95000"/>
              <a:buNone/>
            </a:pPr>
            <a:r>
              <a:rPr lang="en-US">
                <a:solidFill>
                  <a:srgbClr val="FF0000"/>
                </a:solidFill>
              </a:rPr>
              <a:t>      def func2(self):</a:t>
            </a:r>
            <a:endParaRPr/>
          </a:p>
          <a:p>
            <a:pPr indent="-274320" lvl="0" marL="274320" rtl="0" algn="l">
              <a:spcBef>
                <a:spcPts val="481"/>
              </a:spcBef>
              <a:spcAft>
                <a:spcPts val="0"/>
              </a:spcAft>
              <a:buSzPct val="95000"/>
              <a:buNone/>
            </a:pPr>
            <a:r>
              <a:rPr lang="en-US">
                <a:solidFill>
                  <a:srgbClr val="FF0000"/>
                </a:solidFill>
              </a:rPr>
              <a:t>          print("this is function 2")</a:t>
            </a:r>
            <a:endParaRPr/>
          </a:p>
          <a:p>
            <a:pPr indent="-274320" lvl="0" marL="274320" rtl="0" algn="l">
              <a:spcBef>
                <a:spcPts val="481"/>
              </a:spcBef>
              <a:spcAft>
                <a:spcPts val="0"/>
              </a:spcAft>
              <a:buSzPct val="95000"/>
              <a:buNone/>
            </a:pPr>
            <a:r>
              <a:rPr lang="en-US">
                <a:solidFill>
                  <a:srgbClr val="FF0000"/>
                </a:solidFill>
              </a:rPr>
              <a:t>class Child2(Child):</a:t>
            </a:r>
            <a:endParaRPr/>
          </a:p>
          <a:p>
            <a:pPr indent="-274320" lvl="0" marL="274320" rtl="0" algn="l">
              <a:spcBef>
                <a:spcPts val="481"/>
              </a:spcBef>
              <a:spcAft>
                <a:spcPts val="0"/>
              </a:spcAft>
              <a:buSzPct val="95000"/>
              <a:buNone/>
            </a:pPr>
            <a:r>
              <a:rPr lang="en-US">
                <a:solidFill>
                  <a:srgbClr val="FF0000"/>
                </a:solidFill>
              </a:rPr>
              <a:t>      def func3("this is function 3")</a:t>
            </a:r>
            <a:endParaRPr/>
          </a:p>
          <a:p>
            <a:pPr indent="-274320" lvl="0" marL="274320" rtl="0" algn="l">
              <a:spcBef>
                <a:spcPts val="481"/>
              </a:spcBef>
              <a:spcAft>
                <a:spcPts val="0"/>
              </a:spcAft>
              <a:buSzPct val="95000"/>
              <a:buNone/>
            </a:pPr>
            <a:r>
              <a:rPr lang="en-US">
                <a:solidFill>
                  <a:srgbClr val="FF0000"/>
                </a:solidFill>
              </a:rPr>
              <a:t>ob = Child2()</a:t>
            </a:r>
            <a:endParaRPr/>
          </a:p>
          <a:p>
            <a:pPr indent="-274320" lvl="0" marL="274320" rtl="0" algn="l">
              <a:spcBef>
                <a:spcPts val="481"/>
              </a:spcBef>
              <a:spcAft>
                <a:spcPts val="0"/>
              </a:spcAft>
              <a:buSzPct val="95000"/>
              <a:buNone/>
            </a:pPr>
            <a:r>
              <a:rPr lang="en-US">
                <a:solidFill>
                  <a:srgbClr val="FF0000"/>
                </a:solidFill>
              </a:rPr>
              <a:t>ob.func1()</a:t>
            </a:r>
            <a:endParaRPr/>
          </a:p>
          <a:p>
            <a:pPr indent="-274320" lvl="0" marL="274320" rtl="0" algn="l">
              <a:spcBef>
                <a:spcPts val="481"/>
              </a:spcBef>
              <a:spcAft>
                <a:spcPts val="0"/>
              </a:spcAft>
              <a:buSzPct val="95000"/>
              <a:buNone/>
            </a:pPr>
            <a:r>
              <a:rPr lang="en-US">
                <a:solidFill>
                  <a:srgbClr val="FF0000"/>
                </a:solidFill>
              </a:rPr>
              <a:t>ob.func2()</a:t>
            </a:r>
            <a:endParaRPr/>
          </a:p>
          <a:p>
            <a:pPr indent="-274320" lvl="0" marL="274320" rtl="0" algn="l">
              <a:spcBef>
                <a:spcPts val="481"/>
              </a:spcBef>
              <a:spcAft>
                <a:spcPts val="0"/>
              </a:spcAft>
              <a:buSzPct val="95000"/>
              <a:buNone/>
            </a:pPr>
            <a:r>
              <a:rPr lang="en-US">
                <a:solidFill>
                  <a:srgbClr val="FF0000"/>
                </a:solidFill>
              </a:rPr>
              <a:t>ob.func3()</a:t>
            </a:r>
            <a:endParaRPr/>
          </a:p>
          <a:p>
            <a:pPr indent="-129238" lvl="0" marL="274320" rtl="0" algn="l">
              <a:spcBef>
                <a:spcPts val="481"/>
              </a:spcBef>
              <a:spcAft>
                <a:spcPts val="0"/>
              </a:spcAft>
              <a:buSzPct val="950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4"/>
          <p:cNvSpPr txBox="1"/>
          <p:nvPr>
            <p:ph type="title"/>
          </p:nvPr>
        </p:nvSpPr>
        <p:spPr>
          <a:xfrm>
            <a:off x="500034" y="285728"/>
            <a:ext cx="8229600" cy="775542"/>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r>
              <a:rPr b="1" lang="en-US"/>
              <a:t>Hierarchical Inheritance</a:t>
            </a:r>
            <a:endParaRPr/>
          </a:p>
        </p:txBody>
      </p:sp>
      <p:pic>
        <p:nvPicPr>
          <p:cNvPr id="193" name="Google Shape;193;p14"/>
          <p:cNvPicPr preferRelativeResize="0"/>
          <p:nvPr>
            <p:ph idx="1" type="body"/>
          </p:nvPr>
        </p:nvPicPr>
        <p:blipFill rotWithShape="1">
          <a:blip r:embed="rId3">
            <a:alphaModFix/>
          </a:blip>
          <a:srcRect b="0" l="0" r="0" t="0"/>
          <a:stretch/>
        </p:blipFill>
        <p:spPr>
          <a:xfrm>
            <a:off x="2214546" y="1393554"/>
            <a:ext cx="4643470" cy="46095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5"/>
          <p:cNvSpPr txBox="1"/>
          <p:nvPr>
            <p:ph type="title"/>
          </p:nvPr>
        </p:nvSpPr>
        <p:spPr>
          <a:xfrm>
            <a:off x="500034" y="285728"/>
            <a:ext cx="8229600" cy="775542"/>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r>
              <a:rPr b="1" lang="en-US"/>
              <a:t>Hierarchical Inheritance</a:t>
            </a:r>
            <a:endParaRPr/>
          </a:p>
        </p:txBody>
      </p:sp>
      <p:sp>
        <p:nvSpPr>
          <p:cNvPr id="199" name="Google Shape;199;p15"/>
          <p:cNvSpPr txBox="1"/>
          <p:nvPr>
            <p:ph idx="1" type="body"/>
          </p:nvPr>
        </p:nvSpPr>
        <p:spPr>
          <a:xfrm>
            <a:off x="457200" y="1142984"/>
            <a:ext cx="8229600" cy="5181616"/>
          </a:xfrm>
          <a:prstGeom prst="rect">
            <a:avLst/>
          </a:prstGeom>
          <a:noFill/>
          <a:ln>
            <a:noFill/>
          </a:ln>
        </p:spPr>
        <p:txBody>
          <a:bodyPr anchorCtr="0" anchor="t" bIns="45700" lIns="91425" spcFirstLastPara="1" rIns="91425" wrap="square" tIns="45700">
            <a:normAutofit fontScale="85000" lnSpcReduction="20000"/>
          </a:bodyPr>
          <a:lstStyle/>
          <a:p>
            <a:pPr indent="-274320" lvl="0" marL="274320" rtl="0" algn="l">
              <a:spcBef>
                <a:spcPts val="0"/>
              </a:spcBef>
              <a:spcAft>
                <a:spcPts val="0"/>
              </a:spcAft>
              <a:buSzPct val="95000"/>
              <a:buNone/>
            </a:pPr>
            <a:r>
              <a:rPr lang="en-US">
                <a:solidFill>
                  <a:srgbClr val="FF0000"/>
                </a:solidFill>
              </a:rPr>
              <a:t>class Parent:</a:t>
            </a:r>
            <a:endParaRPr/>
          </a:p>
          <a:p>
            <a:pPr indent="-274320" lvl="0" marL="274320" rtl="0" algn="l">
              <a:spcBef>
                <a:spcPts val="442"/>
              </a:spcBef>
              <a:spcAft>
                <a:spcPts val="0"/>
              </a:spcAft>
              <a:buSzPct val="95000"/>
              <a:buNone/>
            </a:pPr>
            <a:r>
              <a:rPr lang="en-US">
                <a:solidFill>
                  <a:srgbClr val="FF0000"/>
                </a:solidFill>
              </a:rPr>
              <a:t>      def func1(self):</a:t>
            </a:r>
            <a:endParaRPr/>
          </a:p>
          <a:p>
            <a:pPr indent="-274320" lvl="0" marL="274320" rtl="0" algn="l">
              <a:spcBef>
                <a:spcPts val="442"/>
              </a:spcBef>
              <a:spcAft>
                <a:spcPts val="0"/>
              </a:spcAft>
              <a:buSzPct val="95000"/>
              <a:buNone/>
            </a:pPr>
            <a:r>
              <a:rPr lang="en-US">
                <a:solidFill>
                  <a:srgbClr val="FF0000"/>
                </a:solidFill>
              </a:rPr>
              <a:t>          print("this is function 1")</a:t>
            </a:r>
            <a:endParaRPr/>
          </a:p>
          <a:p>
            <a:pPr indent="-274320" lvl="0" marL="274320" rtl="0" algn="l">
              <a:spcBef>
                <a:spcPts val="442"/>
              </a:spcBef>
              <a:spcAft>
                <a:spcPts val="0"/>
              </a:spcAft>
              <a:buSzPct val="95000"/>
              <a:buNone/>
            </a:pPr>
            <a:r>
              <a:rPr lang="en-US">
                <a:solidFill>
                  <a:srgbClr val="FF0000"/>
                </a:solidFill>
              </a:rPr>
              <a:t>class Child(Parent):</a:t>
            </a:r>
            <a:endParaRPr/>
          </a:p>
          <a:p>
            <a:pPr indent="-274320" lvl="0" marL="274320" rtl="0" algn="l">
              <a:spcBef>
                <a:spcPts val="442"/>
              </a:spcBef>
              <a:spcAft>
                <a:spcPts val="0"/>
              </a:spcAft>
              <a:buSzPct val="95000"/>
              <a:buNone/>
            </a:pPr>
            <a:r>
              <a:rPr lang="en-US">
                <a:solidFill>
                  <a:srgbClr val="FF0000"/>
                </a:solidFill>
              </a:rPr>
              <a:t>      def func2(self):</a:t>
            </a:r>
            <a:endParaRPr/>
          </a:p>
          <a:p>
            <a:pPr indent="-274320" lvl="0" marL="274320" rtl="0" algn="l">
              <a:spcBef>
                <a:spcPts val="442"/>
              </a:spcBef>
              <a:spcAft>
                <a:spcPts val="0"/>
              </a:spcAft>
              <a:buSzPct val="95000"/>
              <a:buNone/>
            </a:pPr>
            <a:r>
              <a:rPr lang="en-US">
                <a:solidFill>
                  <a:srgbClr val="FF0000"/>
                </a:solidFill>
              </a:rPr>
              <a:t>          print("this is function 2")</a:t>
            </a:r>
            <a:endParaRPr/>
          </a:p>
          <a:p>
            <a:pPr indent="-274320" lvl="0" marL="274320" rtl="0" algn="l">
              <a:spcBef>
                <a:spcPts val="442"/>
              </a:spcBef>
              <a:spcAft>
                <a:spcPts val="0"/>
              </a:spcAft>
              <a:buSzPct val="95000"/>
              <a:buNone/>
            </a:pPr>
            <a:r>
              <a:rPr lang="en-US">
                <a:solidFill>
                  <a:srgbClr val="FF0000"/>
                </a:solidFill>
              </a:rPr>
              <a:t>class Child2(Parent):</a:t>
            </a:r>
            <a:endParaRPr/>
          </a:p>
          <a:p>
            <a:pPr indent="-274320" lvl="0" marL="274320" rtl="0" algn="l">
              <a:spcBef>
                <a:spcPts val="442"/>
              </a:spcBef>
              <a:spcAft>
                <a:spcPts val="0"/>
              </a:spcAft>
              <a:buSzPct val="95000"/>
              <a:buNone/>
            </a:pPr>
            <a:r>
              <a:rPr lang="en-US">
                <a:solidFill>
                  <a:srgbClr val="FF0000"/>
                </a:solidFill>
              </a:rPr>
              <a:t>      def func3(self):</a:t>
            </a:r>
            <a:endParaRPr/>
          </a:p>
          <a:p>
            <a:pPr indent="-274320" lvl="0" marL="274320" rtl="0" algn="l">
              <a:spcBef>
                <a:spcPts val="442"/>
              </a:spcBef>
              <a:spcAft>
                <a:spcPts val="0"/>
              </a:spcAft>
              <a:buSzPct val="95000"/>
              <a:buNone/>
            </a:pPr>
            <a:r>
              <a:rPr lang="en-US">
                <a:solidFill>
                  <a:srgbClr val="FF0000"/>
                </a:solidFill>
              </a:rPr>
              <a:t>          print("this is function 3")</a:t>
            </a:r>
            <a:endParaRPr/>
          </a:p>
          <a:p>
            <a:pPr indent="-274320" lvl="0" marL="274320" rtl="0" algn="l">
              <a:spcBef>
                <a:spcPts val="442"/>
              </a:spcBef>
              <a:spcAft>
                <a:spcPts val="0"/>
              </a:spcAft>
              <a:buSzPct val="95000"/>
              <a:buNone/>
            </a:pPr>
            <a:r>
              <a:rPr lang="en-US">
                <a:solidFill>
                  <a:srgbClr val="FF0000"/>
                </a:solidFill>
              </a:rPr>
              <a:t> </a:t>
            </a:r>
            <a:endParaRPr/>
          </a:p>
          <a:p>
            <a:pPr indent="-274320" lvl="0" marL="274320" rtl="0" algn="l">
              <a:spcBef>
                <a:spcPts val="442"/>
              </a:spcBef>
              <a:spcAft>
                <a:spcPts val="0"/>
              </a:spcAft>
              <a:buSzPct val="95000"/>
              <a:buNone/>
            </a:pPr>
            <a:r>
              <a:rPr lang="en-US">
                <a:solidFill>
                  <a:srgbClr val="FF0000"/>
                </a:solidFill>
              </a:rPr>
              <a:t>ob = Child()</a:t>
            </a:r>
            <a:endParaRPr/>
          </a:p>
          <a:p>
            <a:pPr indent="-274320" lvl="0" marL="274320" rtl="0" algn="l">
              <a:spcBef>
                <a:spcPts val="442"/>
              </a:spcBef>
              <a:spcAft>
                <a:spcPts val="0"/>
              </a:spcAft>
              <a:buSzPct val="95000"/>
              <a:buNone/>
            </a:pPr>
            <a:r>
              <a:rPr lang="en-US">
                <a:solidFill>
                  <a:srgbClr val="FF0000"/>
                </a:solidFill>
              </a:rPr>
              <a:t>ob1 = Child2()</a:t>
            </a:r>
            <a:endParaRPr/>
          </a:p>
          <a:p>
            <a:pPr indent="-274320" lvl="0" marL="274320" rtl="0" algn="l">
              <a:spcBef>
                <a:spcPts val="442"/>
              </a:spcBef>
              <a:spcAft>
                <a:spcPts val="0"/>
              </a:spcAft>
              <a:buSzPct val="95000"/>
              <a:buNone/>
            </a:pPr>
            <a:r>
              <a:rPr lang="en-US">
                <a:solidFill>
                  <a:srgbClr val="FF0000"/>
                </a:solidFill>
              </a:rPr>
              <a:t>ob.func1()</a:t>
            </a:r>
            <a:endParaRPr/>
          </a:p>
          <a:p>
            <a:pPr indent="-274320" lvl="0" marL="274320" rtl="0" algn="l">
              <a:spcBef>
                <a:spcPts val="442"/>
              </a:spcBef>
              <a:spcAft>
                <a:spcPts val="0"/>
              </a:spcAft>
              <a:buSzPct val="95000"/>
              <a:buNone/>
            </a:pPr>
            <a:r>
              <a:rPr lang="en-US">
                <a:solidFill>
                  <a:srgbClr val="FF0000"/>
                </a:solidFill>
              </a:rPr>
              <a:t>ob.func2()</a:t>
            </a:r>
            <a:endParaRPr/>
          </a:p>
          <a:p>
            <a:pPr indent="-141002" lvl="0" marL="274320" rtl="0" algn="l">
              <a:spcBef>
                <a:spcPts val="442"/>
              </a:spcBef>
              <a:spcAft>
                <a:spcPts val="0"/>
              </a:spcAft>
              <a:buSzPct val="950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6"/>
          <p:cNvSpPr txBox="1"/>
          <p:nvPr>
            <p:ph type="title"/>
          </p:nvPr>
        </p:nvSpPr>
        <p:spPr>
          <a:xfrm>
            <a:off x="500034" y="357166"/>
            <a:ext cx="8229600" cy="84698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b="1" lang="en-US"/>
              <a:t>Hybrid Inheritance</a:t>
            </a:r>
            <a:endParaRPr/>
          </a:p>
        </p:txBody>
      </p:sp>
      <p:pic>
        <p:nvPicPr>
          <p:cNvPr id="205" name="Google Shape;205;p16"/>
          <p:cNvPicPr preferRelativeResize="0"/>
          <p:nvPr>
            <p:ph idx="1" type="body"/>
          </p:nvPr>
        </p:nvPicPr>
        <p:blipFill rotWithShape="1">
          <a:blip r:embed="rId3">
            <a:alphaModFix/>
          </a:blip>
          <a:srcRect b="0" l="0" r="0" t="0"/>
          <a:stretch/>
        </p:blipFill>
        <p:spPr>
          <a:xfrm>
            <a:off x="857234" y="2214554"/>
            <a:ext cx="6076966" cy="303848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7"/>
          <p:cNvSpPr txBox="1"/>
          <p:nvPr>
            <p:ph type="title"/>
          </p:nvPr>
        </p:nvSpPr>
        <p:spPr>
          <a:xfrm>
            <a:off x="500034" y="357166"/>
            <a:ext cx="8229600" cy="84698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b="1" lang="en-US"/>
              <a:t>Hybrid Inheritance</a:t>
            </a:r>
            <a:endParaRPr/>
          </a:p>
        </p:txBody>
      </p:sp>
      <p:sp>
        <p:nvSpPr>
          <p:cNvPr id="211" name="Google Shape;211;p17"/>
          <p:cNvSpPr txBox="1"/>
          <p:nvPr>
            <p:ph idx="1" type="body"/>
          </p:nvPr>
        </p:nvSpPr>
        <p:spPr>
          <a:xfrm>
            <a:off x="457200" y="1285860"/>
            <a:ext cx="8229600" cy="5572140"/>
          </a:xfrm>
          <a:prstGeom prst="rect">
            <a:avLst/>
          </a:prstGeom>
          <a:noFill/>
          <a:ln>
            <a:noFill/>
          </a:ln>
        </p:spPr>
        <p:txBody>
          <a:bodyPr anchorCtr="0" anchor="t" bIns="45700" lIns="91425" spcFirstLastPara="1" rIns="91425" wrap="square" tIns="45700">
            <a:normAutofit fontScale="77500" lnSpcReduction="20000"/>
          </a:bodyPr>
          <a:lstStyle/>
          <a:p>
            <a:pPr indent="-274320" lvl="0" marL="274320" rtl="0" algn="l">
              <a:spcBef>
                <a:spcPts val="0"/>
              </a:spcBef>
              <a:spcAft>
                <a:spcPts val="0"/>
              </a:spcAft>
              <a:buSzPct val="95000"/>
              <a:buNone/>
            </a:pPr>
            <a:r>
              <a:rPr lang="en-US">
                <a:solidFill>
                  <a:srgbClr val="FF0000"/>
                </a:solidFill>
              </a:rPr>
              <a:t>class Parent:</a:t>
            </a:r>
            <a:endParaRPr/>
          </a:p>
          <a:p>
            <a:pPr indent="-274320" lvl="0" marL="274320" rtl="0" algn="l">
              <a:spcBef>
                <a:spcPts val="403"/>
              </a:spcBef>
              <a:spcAft>
                <a:spcPts val="0"/>
              </a:spcAft>
              <a:buSzPct val="95000"/>
              <a:buNone/>
            </a:pPr>
            <a:r>
              <a:rPr lang="en-US">
                <a:solidFill>
                  <a:srgbClr val="FF0000"/>
                </a:solidFill>
              </a:rPr>
              <a:t>     def func1(self):</a:t>
            </a:r>
            <a:endParaRPr/>
          </a:p>
          <a:p>
            <a:pPr indent="-274320" lvl="0" marL="274320" rtl="0" algn="l">
              <a:spcBef>
                <a:spcPts val="403"/>
              </a:spcBef>
              <a:spcAft>
                <a:spcPts val="0"/>
              </a:spcAft>
              <a:buSzPct val="95000"/>
              <a:buNone/>
            </a:pPr>
            <a:r>
              <a:rPr lang="en-US">
                <a:solidFill>
                  <a:srgbClr val="FF0000"/>
                </a:solidFill>
              </a:rPr>
              <a:t>         print("this is function one")</a:t>
            </a:r>
            <a:endParaRPr/>
          </a:p>
          <a:p>
            <a:pPr indent="-274320" lvl="0" marL="274320" rtl="0" algn="l">
              <a:spcBef>
                <a:spcPts val="403"/>
              </a:spcBef>
              <a:spcAft>
                <a:spcPts val="0"/>
              </a:spcAft>
              <a:buSzPct val="95000"/>
              <a:buNone/>
            </a:pPr>
            <a:r>
              <a:rPr lang="en-US">
                <a:solidFill>
                  <a:srgbClr val="FF0000"/>
                </a:solidFill>
              </a:rPr>
              <a:t> </a:t>
            </a:r>
            <a:endParaRPr/>
          </a:p>
          <a:p>
            <a:pPr indent="-274320" lvl="0" marL="274320" rtl="0" algn="l">
              <a:spcBef>
                <a:spcPts val="403"/>
              </a:spcBef>
              <a:spcAft>
                <a:spcPts val="0"/>
              </a:spcAft>
              <a:buSzPct val="95000"/>
              <a:buNone/>
            </a:pPr>
            <a:r>
              <a:rPr lang="en-US">
                <a:solidFill>
                  <a:srgbClr val="FF0000"/>
                </a:solidFill>
              </a:rPr>
              <a:t>class Child(Parent):</a:t>
            </a:r>
            <a:endParaRPr/>
          </a:p>
          <a:p>
            <a:pPr indent="-274320" lvl="0" marL="274320" rtl="0" algn="l">
              <a:spcBef>
                <a:spcPts val="403"/>
              </a:spcBef>
              <a:spcAft>
                <a:spcPts val="0"/>
              </a:spcAft>
              <a:buSzPct val="95000"/>
              <a:buNone/>
            </a:pPr>
            <a:r>
              <a:rPr lang="en-US">
                <a:solidFill>
                  <a:srgbClr val="FF0000"/>
                </a:solidFill>
              </a:rPr>
              <a:t>     def func2(self):</a:t>
            </a:r>
            <a:endParaRPr/>
          </a:p>
          <a:p>
            <a:pPr indent="-274320" lvl="0" marL="274320" rtl="0" algn="l">
              <a:spcBef>
                <a:spcPts val="403"/>
              </a:spcBef>
              <a:spcAft>
                <a:spcPts val="0"/>
              </a:spcAft>
              <a:buSzPct val="95000"/>
              <a:buNone/>
            </a:pPr>
            <a:r>
              <a:rPr lang="en-US">
                <a:solidFill>
                  <a:srgbClr val="FF0000"/>
                </a:solidFill>
              </a:rPr>
              <a:t>         print("this is function 2")</a:t>
            </a:r>
            <a:endParaRPr/>
          </a:p>
          <a:p>
            <a:pPr indent="-274320" lvl="0" marL="274320" rtl="0" algn="l">
              <a:spcBef>
                <a:spcPts val="403"/>
              </a:spcBef>
              <a:spcAft>
                <a:spcPts val="0"/>
              </a:spcAft>
              <a:buSzPct val="95000"/>
              <a:buNone/>
            </a:pPr>
            <a:r>
              <a:rPr lang="en-US">
                <a:solidFill>
                  <a:srgbClr val="FF0000"/>
                </a:solidFill>
              </a:rPr>
              <a:t> </a:t>
            </a:r>
            <a:endParaRPr/>
          </a:p>
          <a:p>
            <a:pPr indent="-274320" lvl="0" marL="274320" rtl="0" algn="l">
              <a:spcBef>
                <a:spcPts val="403"/>
              </a:spcBef>
              <a:spcAft>
                <a:spcPts val="0"/>
              </a:spcAft>
              <a:buSzPct val="95000"/>
              <a:buNone/>
            </a:pPr>
            <a:r>
              <a:rPr lang="en-US">
                <a:solidFill>
                  <a:srgbClr val="FF0000"/>
                </a:solidFill>
              </a:rPr>
              <a:t>class Child1(Parent):</a:t>
            </a:r>
            <a:endParaRPr/>
          </a:p>
          <a:p>
            <a:pPr indent="-274320" lvl="0" marL="274320" rtl="0" algn="l">
              <a:spcBef>
                <a:spcPts val="403"/>
              </a:spcBef>
              <a:spcAft>
                <a:spcPts val="0"/>
              </a:spcAft>
              <a:buSzPct val="95000"/>
              <a:buNone/>
            </a:pPr>
            <a:r>
              <a:rPr lang="en-US">
                <a:solidFill>
                  <a:srgbClr val="FF0000"/>
                </a:solidFill>
              </a:rPr>
              <a:t>     def func3(self):</a:t>
            </a:r>
            <a:endParaRPr/>
          </a:p>
          <a:p>
            <a:pPr indent="-274320" lvl="0" marL="274320" rtl="0" algn="l">
              <a:spcBef>
                <a:spcPts val="403"/>
              </a:spcBef>
              <a:spcAft>
                <a:spcPts val="0"/>
              </a:spcAft>
              <a:buSzPct val="95000"/>
              <a:buNone/>
            </a:pPr>
            <a:r>
              <a:rPr lang="en-US">
                <a:solidFill>
                  <a:srgbClr val="FF0000"/>
                </a:solidFill>
              </a:rPr>
              <a:t>         print(" this is function 3"):</a:t>
            </a:r>
            <a:endParaRPr/>
          </a:p>
          <a:p>
            <a:pPr indent="-274320" lvl="0" marL="274320" rtl="0" algn="l">
              <a:spcBef>
                <a:spcPts val="403"/>
              </a:spcBef>
              <a:spcAft>
                <a:spcPts val="0"/>
              </a:spcAft>
              <a:buSzPct val="95000"/>
              <a:buNone/>
            </a:pPr>
            <a:r>
              <a:rPr lang="en-US">
                <a:solidFill>
                  <a:srgbClr val="FF0000"/>
                </a:solidFill>
              </a:rPr>
              <a:t> </a:t>
            </a:r>
            <a:endParaRPr/>
          </a:p>
          <a:p>
            <a:pPr indent="-274320" lvl="0" marL="274320" rtl="0" algn="l">
              <a:spcBef>
                <a:spcPts val="403"/>
              </a:spcBef>
              <a:spcAft>
                <a:spcPts val="0"/>
              </a:spcAft>
              <a:buSzPct val="95000"/>
              <a:buNone/>
            </a:pPr>
            <a:r>
              <a:rPr lang="en-US">
                <a:solidFill>
                  <a:srgbClr val="FF0000"/>
                </a:solidFill>
              </a:rPr>
              <a:t>class Child3(Parent , Child1):</a:t>
            </a:r>
            <a:endParaRPr/>
          </a:p>
          <a:p>
            <a:pPr indent="-274320" lvl="0" marL="274320" rtl="0" algn="l">
              <a:spcBef>
                <a:spcPts val="403"/>
              </a:spcBef>
              <a:spcAft>
                <a:spcPts val="0"/>
              </a:spcAft>
              <a:buSzPct val="95000"/>
              <a:buNone/>
            </a:pPr>
            <a:r>
              <a:rPr lang="en-US">
                <a:solidFill>
                  <a:srgbClr val="FF0000"/>
                </a:solidFill>
              </a:rPr>
              <a:t>     def func4(self):</a:t>
            </a:r>
            <a:endParaRPr/>
          </a:p>
          <a:p>
            <a:pPr indent="-274320" lvl="0" marL="274320" rtl="0" algn="l">
              <a:spcBef>
                <a:spcPts val="403"/>
              </a:spcBef>
              <a:spcAft>
                <a:spcPts val="0"/>
              </a:spcAft>
              <a:buSzPct val="95000"/>
              <a:buNone/>
            </a:pPr>
            <a:r>
              <a:rPr lang="en-US">
                <a:solidFill>
                  <a:srgbClr val="FF0000"/>
                </a:solidFill>
              </a:rPr>
              <a:t>         print(" this is function 4")</a:t>
            </a:r>
            <a:endParaRPr/>
          </a:p>
          <a:p>
            <a:pPr indent="-274320" lvl="0" marL="274320" rtl="0" algn="l">
              <a:spcBef>
                <a:spcPts val="403"/>
              </a:spcBef>
              <a:spcAft>
                <a:spcPts val="0"/>
              </a:spcAft>
              <a:buSzPct val="95000"/>
              <a:buNone/>
            </a:pPr>
            <a:r>
              <a:rPr lang="en-US">
                <a:solidFill>
                  <a:srgbClr val="FF0000"/>
                </a:solidFill>
              </a:rPr>
              <a:t> </a:t>
            </a:r>
            <a:endParaRPr/>
          </a:p>
          <a:p>
            <a:pPr indent="-274320" lvl="0" marL="274320" rtl="0" algn="l">
              <a:spcBef>
                <a:spcPts val="403"/>
              </a:spcBef>
              <a:spcAft>
                <a:spcPts val="0"/>
              </a:spcAft>
              <a:buSzPct val="95000"/>
              <a:buNone/>
            </a:pPr>
            <a:r>
              <a:rPr lang="en-US">
                <a:solidFill>
                  <a:srgbClr val="FF0000"/>
                </a:solidFill>
              </a:rPr>
              <a:t>ob = Child3()</a:t>
            </a:r>
            <a:endParaRPr/>
          </a:p>
          <a:p>
            <a:pPr indent="-274320" lvl="0" marL="274320" rtl="0" algn="l">
              <a:spcBef>
                <a:spcPts val="403"/>
              </a:spcBef>
              <a:spcAft>
                <a:spcPts val="0"/>
              </a:spcAft>
              <a:buSzPct val="95000"/>
              <a:buNone/>
            </a:pPr>
            <a:r>
              <a:rPr lang="en-US">
                <a:solidFill>
                  <a:srgbClr val="FF0000"/>
                </a:solidFill>
              </a:rPr>
              <a:t>ob.func1()</a:t>
            </a:r>
            <a:endParaRPr/>
          </a:p>
          <a:p>
            <a:pPr indent="-152765" lvl="0" marL="274320" rtl="0" algn="l">
              <a:spcBef>
                <a:spcPts val="403"/>
              </a:spcBef>
              <a:spcAft>
                <a:spcPts val="0"/>
              </a:spcAft>
              <a:buSzPct val="950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8"/>
          <p:cNvSpPr txBox="1"/>
          <p:nvPr>
            <p:ph type="title"/>
          </p:nvPr>
        </p:nvSpPr>
        <p:spPr>
          <a:xfrm>
            <a:off x="500034" y="285728"/>
            <a:ext cx="8229600" cy="775542"/>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r>
              <a:rPr b="1" lang="en-US"/>
              <a:t>Method Overriding</a:t>
            </a:r>
            <a:endParaRPr/>
          </a:p>
        </p:txBody>
      </p:sp>
      <p:sp>
        <p:nvSpPr>
          <p:cNvPr id="217" name="Google Shape;217;p18"/>
          <p:cNvSpPr txBox="1"/>
          <p:nvPr>
            <p:ph idx="1" type="body"/>
          </p:nvPr>
        </p:nvSpPr>
        <p:spPr>
          <a:xfrm>
            <a:off x="457200" y="1142984"/>
            <a:ext cx="8229600" cy="5181616"/>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Method overriding is an ability of any object-oriented programming language that allows a subclass or child class to provide a specific implementation of a method that is already provided by one of its super-classes or parent classes.</a:t>
            </a:r>
            <a:endParaRPr/>
          </a:p>
          <a:p>
            <a:pPr indent="-274320" lvl="0" marL="274320" rtl="0" algn="l">
              <a:spcBef>
                <a:spcPts val="520"/>
              </a:spcBef>
              <a:spcAft>
                <a:spcPts val="0"/>
              </a:spcAft>
              <a:buSzPts val="2470"/>
              <a:buChar char="⚫"/>
            </a:pPr>
            <a:r>
              <a:rPr lang="en-US"/>
              <a:t>When a method in a subclass has the same name, same parameters or signature and same return type(or sub-type) as a method in its super-class, then the method in the subclass is said to </a:t>
            </a:r>
            <a:r>
              <a:rPr b="1" lang="en-US"/>
              <a:t>override</a:t>
            </a:r>
            <a:r>
              <a:rPr lang="en-US"/>
              <a:t> the method in the super-class.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9"/>
          <p:cNvSpPr txBox="1"/>
          <p:nvPr>
            <p:ph type="title"/>
          </p:nvPr>
        </p:nvSpPr>
        <p:spPr>
          <a:xfrm>
            <a:off x="428596" y="357166"/>
            <a:ext cx="8229600" cy="84698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b="1" lang="en-US"/>
              <a:t>Method Overriding</a:t>
            </a:r>
            <a:endParaRPr/>
          </a:p>
        </p:txBody>
      </p:sp>
      <p:pic>
        <p:nvPicPr>
          <p:cNvPr id="223" name="Google Shape;223;p19"/>
          <p:cNvPicPr preferRelativeResize="0"/>
          <p:nvPr>
            <p:ph idx="1" type="body"/>
          </p:nvPr>
        </p:nvPicPr>
        <p:blipFill rotWithShape="1">
          <a:blip r:embed="rId3">
            <a:alphaModFix/>
          </a:blip>
          <a:srcRect b="0" l="0" r="0" t="0"/>
          <a:stretch/>
        </p:blipFill>
        <p:spPr>
          <a:xfrm>
            <a:off x="1571604" y="1785926"/>
            <a:ext cx="5387488" cy="407196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0"/>
          <p:cNvSpPr txBox="1"/>
          <p:nvPr>
            <p:ph type="title"/>
          </p:nvPr>
        </p:nvSpPr>
        <p:spPr>
          <a:xfrm>
            <a:off x="428596" y="357166"/>
            <a:ext cx="8229600" cy="84698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b="1" lang="en-US"/>
              <a:t>Method Overriding</a:t>
            </a:r>
            <a:endParaRPr/>
          </a:p>
        </p:txBody>
      </p:sp>
      <p:sp>
        <p:nvSpPr>
          <p:cNvPr id="229" name="Google Shape;229;p20"/>
          <p:cNvSpPr txBox="1"/>
          <p:nvPr>
            <p:ph idx="1" type="body"/>
          </p:nvPr>
        </p:nvSpPr>
        <p:spPr>
          <a:xfrm>
            <a:off x="457200" y="1357298"/>
            <a:ext cx="8229600" cy="496730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The version of a method that is executed will be determined by the object that is used to invoke it.</a:t>
            </a:r>
            <a:endParaRPr/>
          </a:p>
          <a:p>
            <a:pPr indent="-274320" lvl="0" marL="274320" rtl="0" algn="l">
              <a:spcBef>
                <a:spcPts val="520"/>
              </a:spcBef>
              <a:spcAft>
                <a:spcPts val="0"/>
              </a:spcAft>
              <a:buSzPts val="2470"/>
              <a:buChar char="⚫"/>
            </a:pPr>
            <a:r>
              <a:rPr lang="en-US"/>
              <a:t> If an object of a parent class is used to invoke the method, then the version in the parent class will be executed, but if an object of the subclass is used to invoke the method, then the version in the child class will be executed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1"/>
          <p:cNvSpPr txBox="1"/>
          <p:nvPr>
            <p:ph type="title"/>
          </p:nvPr>
        </p:nvSpPr>
        <p:spPr>
          <a:xfrm>
            <a:off x="500034" y="285728"/>
            <a:ext cx="8229600" cy="775542"/>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r>
              <a:rPr b="1" lang="en-US"/>
              <a:t>Method Overriding</a:t>
            </a:r>
            <a:endParaRPr/>
          </a:p>
        </p:txBody>
      </p:sp>
      <p:sp>
        <p:nvSpPr>
          <p:cNvPr id="235" name="Google Shape;235;p21"/>
          <p:cNvSpPr txBox="1"/>
          <p:nvPr>
            <p:ph idx="1" type="body"/>
          </p:nvPr>
        </p:nvSpPr>
        <p:spPr>
          <a:xfrm>
            <a:off x="457200" y="1142984"/>
            <a:ext cx="8229600" cy="5181616"/>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470"/>
              <a:buNone/>
            </a:pPr>
            <a:r>
              <a:rPr lang="en-US">
                <a:solidFill>
                  <a:srgbClr val="FF0000"/>
                </a:solidFill>
              </a:rPr>
              <a:t>class Parent:</a:t>
            </a:r>
            <a:endParaRPr/>
          </a:p>
          <a:p>
            <a:pPr indent="-274320" lvl="0" marL="274320" rtl="0" algn="l">
              <a:spcBef>
                <a:spcPts val="520"/>
              </a:spcBef>
              <a:spcAft>
                <a:spcPts val="0"/>
              </a:spcAft>
              <a:buSzPts val="2470"/>
              <a:buNone/>
            </a:pPr>
            <a:r>
              <a:rPr lang="en-US">
                <a:solidFill>
                  <a:srgbClr val="FF0000"/>
                </a:solidFill>
              </a:rPr>
              <a:t>    def func1(self):</a:t>
            </a:r>
            <a:endParaRPr/>
          </a:p>
          <a:p>
            <a:pPr indent="-274320" lvl="0" marL="274320" rtl="0" algn="l">
              <a:spcBef>
                <a:spcPts val="520"/>
              </a:spcBef>
              <a:spcAft>
                <a:spcPts val="0"/>
              </a:spcAft>
              <a:buSzPts val="2470"/>
              <a:buNone/>
            </a:pPr>
            <a:r>
              <a:rPr lang="en-US">
                <a:solidFill>
                  <a:srgbClr val="FF0000"/>
                </a:solidFill>
              </a:rPr>
              <a:t>        print("this is parent function")</a:t>
            </a:r>
            <a:endParaRPr/>
          </a:p>
          <a:p>
            <a:pPr indent="-274320" lvl="0" marL="274320" rtl="0" algn="l">
              <a:spcBef>
                <a:spcPts val="520"/>
              </a:spcBef>
              <a:spcAft>
                <a:spcPts val="0"/>
              </a:spcAft>
              <a:buSzPts val="2470"/>
              <a:buNone/>
            </a:pPr>
            <a:r>
              <a:rPr lang="en-US">
                <a:solidFill>
                  <a:srgbClr val="FF0000"/>
                </a:solidFill>
              </a:rPr>
              <a:t> </a:t>
            </a:r>
            <a:endParaRPr/>
          </a:p>
          <a:p>
            <a:pPr indent="-274320" lvl="0" marL="274320" rtl="0" algn="l">
              <a:spcBef>
                <a:spcPts val="520"/>
              </a:spcBef>
              <a:spcAft>
                <a:spcPts val="0"/>
              </a:spcAft>
              <a:buSzPts val="2470"/>
              <a:buNone/>
            </a:pPr>
            <a:r>
              <a:rPr lang="en-US">
                <a:solidFill>
                  <a:srgbClr val="FF0000"/>
                </a:solidFill>
              </a:rPr>
              <a:t>class Child(Parent):</a:t>
            </a:r>
            <a:endParaRPr/>
          </a:p>
          <a:p>
            <a:pPr indent="-274320" lvl="0" marL="274320" rtl="0" algn="l">
              <a:spcBef>
                <a:spcPts val="520"/>
              </a:spcBef>
              <a:spcAft>
                <a:spcPts val="0"/>
              </a:spcAft>
              <a:buSzPts val="2470"/>
              <a:buNone/>
            </a:pPr>
            <a:r>
              <a:rPr lang="en-US">
                <a:solidFill>
                  <a:srgbClr val="FF0000"/>
                </a:solidFill>
              </a:rPr>
              <a:t>    def func1(self):</a:t>
            </a:r>
            <a:endParaRPr/>
          </a:p>
          <a:p>
            <a:pPr indent="-274320" lvl="0" marL="274320" rtl="0" algn="l">
              <a:spcBef>
                <a:spcPts val="520"/>
              </a:spcBef>
              <a:spcAft>
                <a:spcPts val="0"/>
              </a:spcAft>
              <a:buSzPts val="2470"/>
              <a:buNone/>
            </a:pPr>
            <a:r>
              <a:rPr lang="en-US">
                <a:solidFill>
                  <a:srgbClr val="FF0000"/>
                </a:solidFill>
              </a:rPr>
              <a:t>        super().func1()</a:t>
            </a:r>
            <a:endParaRPr>
              <a:solidFill>
                <a:srgbClr val="FF0000"/>
              </a:solidFill>
            </a:endParaRPr>
          </a:p>
          <a:p>
            <a:pPr indent="-274320" lvl="0" marL="274320" rtl="0" algn="l">
              <a:spcBef>
                <a:spcPts val="520"/>
              </a:spcBef>
              <a:spcAft>
                <a:spcPts val="0"/>
              </a:spcAft>
              <a:buSzPts val="2470"/>
              <a:buNone/>
            </a:pPr>
            <a:r>
              <a:rPr lang="en-US">
                <a:solidFill>
                  <a:srgbClr val="FF0000"/>
                </a:solidFill>
              </a:rPr>
              <a:t>        print("this is child function")</a:t>
            </a:r>
            <a:endParaRPr/>
          </a:p>
          <a:p>
            <a:pPr indent="-274320" lvl="0" marL="274320" rtl="0" algn="l">
              <a:spcBef>
                <a:spcPts val="520"/>
              </a:spcBef>
              <a:spcAft>
                <a:spcPts val="0"/>
              </a:spcAft>
              <a:buSzPts val="2470"/>
              <a:buNone/>
            </a:pPr>
            <a:r>
              <a:rPr lang="en-US">
                <a:solidFill>
                  <a:srgbClr val="FF0000"/>
                </a:solidFill>
              </a:rPr>
              <a:t> </a:t>
            </a:r>
            <a:endParaRPr/>
          </a:p>
          <a:p>
            <a:pPr indent="-274320" lvl="0" marL="274320" rtl="0" algn="l">
              <a:spcBef>
                <a:spcPts val="520"/>
              </a:spcBef>
              <a:spcAft>
                <a:spcPts val="0"/>
              </a:spcAft>
              <a:buSzPts val="2470"/>
              <a:buNone/>
            </a:pPr>
            <a:r>
              <a:rPr lang="en-US">
                <a:solidFill>
                  <a:srgbClr val="FF0000"/>
                </a:solidFill>
              </a:rPr>
              <a:t>ob = Child()</a:t>
            </a:r>
            <a:endParaRPr/>
          </a:p>
          <a:p>
            <a:pPr indent="-274320" lvl="0" marL="274320" rtl="0" algn="l">
              <a:spcBef>
                <a:spcPts val="520"/>
              </a:spcBef>
              <a:spcAft>
                <a:spcPts val="0"/>
              </a:spcAft>
              <a:buSzPts val="2470"/>
              <a:buNone/>
            </a:pPr>
            <a:r>
              <a:rPr lang="en-US">
                <a:solidFill>
                  <a:srgbClr val="FF0000"/>
                </a:solidFill>
              </a:rPr>
              <a:t>ob.func1()</a:t>
            </a:r>
            <a:endParaRPr/>
          </a:p>
          <a:p>
            <a:pPr indent="-117475" lvl="0" marL="274320" rtl="0" algn="l">
              <a:spcBef>
                <a:spcPts val="520"/>
              </a:spcBef>
              <a:spcAft>
                <a:spcPts val="0"/>
              </a:spcAft>
              <a:buSzPts val="247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2"/>
          <p:cNvSpPr txBox="1"/>
          <p:nvPr>
            <p:ph type="title"/>
          </p:nvPr>
        </p:nvSpPr>
        <p:spPr>
          <a:xfrm>
            <a:off x="428596" y="0"/>
            <a:ext cx="8229600" cy="918418"/>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b="1" lang="en-US"/>
              <a:t>Composition</a:t>
            </a:r>
            <a:endParaRPr/>
          </a:p>
        </p:txBody>
      </p:sp>
      <p:sp>
        <p:nvSpPr>
          <p:cNvPr id="241" name="Google Shape;241;p22"/>
          <p:cNvSpPr txBox="1"/>
          <p:nvPr>
            <p:ph idx="1" type="body"/>
          </p:nvPr>
        </p:nvSpPr>
        <p:spPr>
          <a:xfrm>
            <a:off x="457200" y="1000108"/>
            <a:ext cx="8229600" cy="532449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It is one of the fundamental concepts of Object-Oriented</a:t>
            </a:r>
            <a:r>
              <a:rPr b="1" lang="en-US"/>
              <a:t> </a:t>
            </a:r>
            <a:r>
              <a:rPr lang="en-US"/>
              <a:t>Programming.</a:t>
            </a:r>
            <a:endParaRPr/>
          </a:p>
          <a:p>
            <a:pPr indent="-274320" lvl="0" marL="274320" rtl="0" algn="l">
              <a:spcBef>
                <a:spcPts val="520"/>
              </a:spcBef>
              <a:spcAft>
                <a:spcPts val="0"/>
              </a:spcAft>
              <a:buSzPts val="2470"/>
              <a:buChar char="⚫"/>
            </a:pPr>
            <a:r>
              <a:rPr lang="en-US"/>
              <a:t> In this concept, we will describe a class that references to one or more objects of other classes as an Instance variable. </a:t>
            </a:r>
            <a:endParaRPr/>
          </a:p>
          <a:p>
            <a:pPr indent="-274320" lvl="0" marL="274320" rtl="0" algn="l">
              <a:spcBef>
                <a:spcPts val="520"/>
              </a:spcBef>
              <a:spcAft>
                <a:spcPts val="0"/>
              </a:spcAft>
              <a:buSzPts val="2470"/>
              <a:buChar char="⚫"/>
            </a:pPr>
            <a:r>
              <a:rPr lang="en-US"/>
              <a:t>Here, by using the class name or by creating the object we can access the members of one class inside another class.</a:t>
            </a:r>
            <a:endParaRPr/>
          </a:p>
          <a:p>
            <a:pPr indent="-274320" lvl="0" marL="274320" rtl="0" algn="l">
              <a:spcBef>
                <a:spcPts val="520"/>
              </a:spcBef>
              <a:spcAft>
                <a:spcPts val="0"/>
              </a:spcAft>
              <a:buSzPts val="2470"/>
              <a:buChar char="⚫"/>
            </a:pPr>
            <a:r>
              <a:rPr lang="en-US"/>
              <a:t>This type of relationship is known as </a:t>
            </a:r>
            <a:r>
              <a:rPr b="1" lang="en-US"/>
              <a:t>Has-A Relation</a:t>
            </a:r>
            <a:r>
              <a:rPr lang="en-US"/>
              <a: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3"/>
          <p:cNvSpPr txBox="1"/>
          <p:nvPr>
            <p:ph type="title"/>
          </p:nvPr>
        </p:nvSpPr>
        <p:spPr>
          <a:xfrm>
            <a:off x="428596" y="0"/>
            <a:ext cx="8229600" cy="918418"/>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b="1" lang="en-US"/>
              <a:t>Composition</a:t>
            </a:r>
            <a:endParaRPr/>
          </a:p>
        </p:txBody>
      </p:sp>
      <p:pic>
        <p:nvPicPr>
          <p:cNvPr id="247" name="Google Shape;247;p23"/>
          <p:cNvPicPr preferRelativeResize="0"/>
          <p:nvPr>
            <p:ph idx="1" type="body"/>
          </p:nvPr>
        </p:nvPicPr>
        <p:blipFill rotWithShape="1">
          <a:blip r:embed="rId3">
            <a:alphaModFix/>
          </a:blip>
          <a:srcRect b="0" l="0" r="0" t="0"/>
          <a:stretch/>
        </p:blipFill>
        <p:spPr>
          <a:xfrm>
            <a:off x="2876550" y="1404937"/>
            <a:ext cx="3390900" cy="45148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4"/>
          <p:cNvSpPr txBox="1"/>
          <p:nvPr>
            <p:ph type="title"/>
          </p:nvPr>
        </p:nvSpPr>
        <p:spPr>
          <a:xfrm>
            <a:off x="428596" y="0"/>
            <a:ext cx="8229600" cy="918418"/>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b="1" lang="en-US"/>
              <a:t>Composition</a:t>
            </a:r>
            <a:endParaRPr/>
          </a:p>
        </p:txBody>
      </p:sp>
      <p:sp>
        <p:nvSpPr>
          <p:cNvPr id="253" name="Google Shape;253;p24"/>
          <p:cNvSpPr txBox="1"/>
          <p:nvPr>
            <p:ph idx="1" type="body"/>
          </p:nvPr>
        </p:nvSpPr>
        <p:spPr>
          <a:xfrm>
            <a:off x="457200" y="1071546"/>
            <a:ext cx="8229600" cy="5253054"/>
          </a:xfrm>
          <a:prstGeom prst="rect">
            <a:avLst/>
          </a:prstGeom>
          <a:noFill/>
          <a:ln>
            <a:noFill/>
          </a:ln>
        </p:spPr>
        <p:txBody>
          <a:bodyPr anchorCtr="0" anchor="t" bIns="45700" lIns="91425" spcFirstLastPara="1" rIns="91425" wrap="square" tIns="45700">
            <a:normAutofit fontScale="77500" lnSpcReduction="20000"/>
          </a:bodyPr>
          <a:lstStyle/>
          <a:p>
            <a:pPr indent="-274320" lvl="0" marL="274320" rtl="0" algn="l">
              <a:spcBef>
                <a:spcPts val="0"/>
              </a:spcBef>
              <a:spcAft>
                <a:spcPts val="0"/>
              </a:spcAft>
              <a:buSzPct val="95000"/>
              <a:buNone/>
            </a:pPr>
            <a:r>
              <a:rPr lang="en-US">
                <a:solidFill>
                  <a:srgbClr val="FF0000"/>
                </a:solidFill>
              </a:rPr>
              <a:t>Syntax : </a:t>
            </a:r>
            <a:endParaRPr/>
          </a:p>
          <a:p>
            <a:pPr indent="-274320" lvl="0" marL="274320" rtl="0" algn="l">
              <a:spcBef>
                <a:spcPts val="403"/>
              </a:spcBef>
              <a:spcAft>
                <a:spcPts val="0"/>
              </a:spcAft>
              <a:buSzPct val="95000"/>
              <a:buNone/>
            </a:pPr>
            <a:r>
              <a:rPr lang="en-US">
                <a:solidFill>
                  <a:srgbClr val="FF0000"/>
                </a:solidFill>
              </a:rPr>
              <a:t>class A :</a:t>
            </a:r>
            <a:endParaRPr/>
          </a:p>
          <a:p>
            <a:pPr indent="-274320" lvl="0" marL="274320" rtl="0" algn="l">
              <a:spcBef>
                <a:spcPts val="403"/>
              </a:spcBef>
              <a:spcAft>
                <a:spcPts val="0"/>
              </a:spcAft>
              <a:buSzPct val="95000"/>
              <a:buNone/>
            </a:pPr>
            <a:r>
              <a:t/>
            </a:r>
            <a:endParaRPr>
              <a:solidFill>
                <a:srgbClr val="FF0000"/>
              </a:solidFill>
            </a:endParaRPr>
          </a:p>
          <a:p>
            <a:pPr indent="-274320" lvl="0" marL="274320" rtl="0" algn="l">
              <a:spcBef>
                <a:spcPts val="403"/>
              </a:spcBef>
              <a:spcAft>
                <a:spcPts val="0"/>
              </a:spcAft>
              <a:buSzPct val="95000"/>
              <a:buNone/>
            </a:pPr>
            <a:r>
              <a:rPr lang="en-US">
                <a:solidFill>
                  <a:srgbClr val="FF0000"/>
                </a:solidFill>
              </a:rPr>
              <a:t>      # variables of class A</a:t>
            </a:r>
            <a:endParaRPr/>
          </a:p>
          <a:p>
            <a:pPr indent="-274320" lvl="0" marL="274320" rtl="0" algn="l">
              <a:spcBef>
                <a:spcPts val="403"/>
              </a:spcBef>
              <a:spcAft>
                <a:spcPts val="0"/>
              </a:spcAft>
              <a:buSzPct val="95000"/>
              <a:buNone/>
            </a:pPr>
            <a:r>
              <a:rPr lang="en-US">
                <a:solidFill>
                  <a:srgbClr val="FF0000"/>
                </a:solidFill>
              </a:rPr>
              <a:t>      # methods of class A</a:t>
            </a:r>
            <a:endParaRPr/>
          </a:p>
          <a:p>
            <a:pPr indent="-274320" lvl="0" marL="274320" rtl="0" algn="l">
              <a:spcBef>
                <a:spcPts val="403"/>
              </a:spcBef>
              <a:spcAft>
                <a:spcPts val="0"/>
              </a:spcAft>
              <a:buSzPct val="95000"/>
              <a:buNone/>
            </a:pPr>
            <a:r>
              <a:rPr lang="en-US">
                <a:solidFill>
                  <a:srgbClr val="FF0000"/>
                </a:solidFill>
              </a:rPr>
              <a:t>      ...</a:t>
            </a:r>
            <a:endParaRPr/>
          </a:p>
          <a:p>
            <a:pPr indent="-274320" lvl="0" marL="274320" rtl="0" algn="l">
              <a:spcBef>
                <a:spcPts val="403"/>
              </a:spcBef>
              <a:spcAft>
                <a:spcPts val="0"/>
              </a:spcAft>
              <a:buSzPct val="95000"/>
              <a:buNone/>
            </a:pPr>
            <a:r>
              <a:rPr lang="en-US">
                <a:solidFill>
                  <a:srgbClr val="FF0000"/>
                </a:solidFill>
              </a:rPr>
              <a:t>      ...</a:t>
            </a:r>
            <a:endParaRPr/>
          </a:p>
          <a:p>
            <a:pPr indent="-274320" lvl="0" marL="274320" rtl="0" algn="l">
              <a:spcBef>
                <a:spcPts val="403"/>
              </a:spcBef>
              <a:spcAft>
                <a:spcPts val="0"/>
              </a:spcAft>
              <a:buSzPct val="95000"/>
              <a:buNone/>
            </a:pPr>
            <a:r>
              <a:t/>
            </a:r>
            <a:endParaRPr>
              <a:solidFill>
                <a:srgbClr val="FF0000"/>
              </a:solidFill>
            </a:endParaRPr>
          </a:p>
          <a:p>
            <a:pPr indent="-274320" lvl="0" marL="274320" rtl="0" algn="l">
              <a:spcBef>
                <a:spcPts val="403"/>
              </a:spcBef>
              <a:spcAft>
                <a:spcPts val="0"/>
              </a:spcAft>
              <a:buSzPct val="95000"/>
              <a:buNone/>
            </a:pPr>
            <a:r>
              <a:rPr lang="en-US">
                <a:solidFill>
                  <a:srgbClr val="FF0000"/>
                </a:solidFill>
              </a:rPr>
              <a:t>class B : </a:t>
            </a:r>
            <a:endParaRPr/>
          </a:p>
          <a:p>
            <a:pPr indent="-274320" lvl="0" marL="274320" rtl="0" algn="l">
              <a:spcBef>
                <a:spcPts val="403"/>
              </a:spcBef>
              <a:spcAft>
                <a:spcPts val="0"/>
              </a:spcAft>
              <a:buSzPct val="95000"/>
              <a:buNone/>
            </a:pPr>
            <a:r>
              <a:rPr lang="en-US">
                <a:solidFill>
                  <a:srgbClr val="FF0000"/>
                </a:solidFill>
              </a:rPr>
              <a:t>      # by using "obj" we can access member's of class A.</a:t>
            </a:r>
            <a:endParaRPr/>
          </a:p>
          <a:p>
            <a:pPr indent="-274320" lvl="0" marL="274320" rtl="0" algn="l">
              <a:spcBef>
                <a:spcPts val="403"/>
              </a:spcBef>
              <a:spcAft>
                <a:spcPts val="0"/>
              </a:spcAft>
              <a:buSzPct val="95000"/>
              <a:buNone/>
            </a:pPr>
            <a:r>
              <a:rPr lang="en-US">
                <a:solidFill>
                  <a:srgbClr val="FF0000"/>
                </a:solidFill>
              </a:rPr>
              <a:t>      obj = A()</a:t>
            </a:r>
            <a:endParaRPr/>
          </a:p>
          <a:p>
            <a:pPr indent="-274320" lvl="0" marL="274320" rtl="0" algn="l">
              <a:spcBef>
                <a:spcPts val="403"/>
              </a:spcBef>
              <a:spcAft>
                <a:spcPts val="0"/>
              </a:spcAft>
              <a:buSzPct val="95000"/>
              <a:buNone/>
            </a:pPr>
            <a:r>
              <a:t/>
            </a:r>
            <a:endParaRPr>
              <a:solidFill>
                <a:srgbClr val="FF0000"/>
              </a:solidFill>
            </a:endParaRPr>
          </a:p>
          <a:p>
            <a:pPr indent="-274320" lvl="0" marL="274320" rtl="0" algn="l">
              <a:spcBef>
                <a:spcPts val="403"/>
              </a:spcBef>
              <a:spcAft>
                <a:spcPts val="0"/>
              </a:spcAft>
              <a:buSzPct val="95000"/>
              <a:buNone/>
            </a:pPr>
            <a:r>
              <a:rPr lang="en-US">
                <a:solidFill>
                  <a:srgbClr val="FF0000"/>
                </a:solidFill>
              </a:rPr>
              <a:t>      # variables of class B</a:t>
            </a:r>
            <a:endParaRPr/>
          </a:p>
          <a:p>
            <a:pPr indent="-274320" lvl="0" marL="274320" rtl="0" algn="l">
              <a:spcBef>
                <a:spcPts val="403"/>
              </a:spcBef>
              <a:spcAft>
                <a:spcPts val="0"/>
              </a:spcAft>
              <a:buSzPct val="95000"/>
              <a:buNone/>
            </a:pPr>
            <a:r>
              <a:rPr lang="en-US">
                <a:solidFill>
                  <a:srgbClr val="FF0000"/>
                </a:solidFill>
              </a:rPr>
              <a:t>      # methods of class B</a:t>
            </a:r>
            <a:endParaRPr/>
          </a:p>
          <a:p>
            <a:pPr indent="-274320" lvl="0" marL="274320" rtl="0" algn="l">
              <a:spcBef>
                <a:spcPts val="403"/>
              </a:spcBef>
              <a:spcAft>
                <a:spcPts val="0"/>
              </a:spcAft>
              <a:buSzPct val="95000"/>
              <a:buNone/>
            </a:pPr>
            <a:r>
              <a:rPr lang="en-US">
                <a:solidFill>
                  <a:srgbClr val="FF0000"/>
                </a:solidFill>
              </a:rPr>
              <a:t>      </a:t>
            </a:r>
            <a:endParaRPr/>
          </a:p>
          <a:p>
            <a:pPr indent="-274320" lvl="0" marL="274320" rtl="0" algn="l">
              <a:spcBef>
                <a:spcPts val="403"/>
              </a:spcBef>
              <a:spcAft>
                <a:spcPts val="0"/>
              </a:spcAft>
              <a:buSzPct val="95000"/>
              <a:buNone/>
            </a:pPr>
            <a:r>
              <a:rPr lang="en-US">
                <a:solidFill>
                  <a:srgbClr val="FF0000"/>
                </a:solidFill>
              </a:rPr>
              <a:t>      ...</a:t>
            </a:r>
            <a:endParaRPr/>
          </a:p>
          <a:p>
            <a:pPr indent="-274320" lvl="0" marL="274320" rtl="0" algn="l">
              <a:spcBef>
                <a:spcPts val="403"/>
              </a:spcBef>
              <a:spcAft>
                <a:spcPts val="0"/>
              </a:spcAft>
              <a:buSzPct val="95000"/>
              <a:buNone/>
            </a:pPr>
            <a:r>
              <a:rPr lang="en-US">
                <a:solidFill>
                  <a:srgbClr val="FF0000"/>
                </a:solidFill>
              </a:rPr>
              <a:t>      ...</a:t>
            </a:r>
            <a:endParaRPr>
              <a:solidFill>
                <a:srgbClr val="FF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5"/>
          <p:cNvSpPr txBox="1"/>
          <p:nvPr>
            <p:ph type="title"/>
          </p:nvPr>
        </p:nvSpPr>
        <p:spPr>
          <a:xfrm>
            <a:off x="428596" y="285728"/>
            <a:ext cx="8229600" cy="918418"/>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b="1" lang="en-US"/>
              <a:t>Composition vs Inheritance  </a:t>
            </a:r>
            <a:endParaRPr/>
          </a:p>
        </p:txBody>
      </p:sp>
      <p:sp>
        <p:nvSpPr>
          <p:cNvPr id="259" name="Google Shape;259;p25"/>
          <p:cNvSpPr txBox="1"/>
          <p:nvPr>
            <p:ph idx="1" type="body"/>
          </p:nvPr>
        </p:nvSpPr>
        <p:spPr>
          <a:xfrm>
            <a:off x="457200" y="1428736"/>
            <a:ext cx="8229600" cy="4895864"/>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470"/>
              <a:buChar char="⚫"/>
            </a:pPr>
            <a:r>
              <a:rPr b="1" lang="en-US"/>
              <a:t>Inheritance </a:t>
            </a:r>
            <a:r>
              <a:rPr lang="en-US"/>
              <a:t>is used where a class wants to derive the nature of parent class and then modify or extend the functionality of it. </a:t>
            </a:r>
            <a:endParaRPr/>
          </a:p>
          <a:p>
            <a:pPr indent="-274320" lvl="0" marL="274320" rtl="0" algn="l">
              <a:spcBef>
                <a:spcPts val="520"/>
              </a:spcBef>
              <a:spcAft>
                <a:spcPts val="0"/>
              </a:spcAft>
              <a:buSzPts val="2470"/>
              <a:buChar char="⚫"/>
            </a:pPr>
            <a:r>
              <a:rPr b="1" lang="en-US"/>
              <a:t>Inheritance </a:t>
            </a:r>
            <a:r>
              <a:rPr lang="en-US"/>
              <a:t>will extend the functionality with extra features allows </a:t>
            </a:r>
            <a:r>
              <a:rPr b="1" lang="en-US" u="sng"/>
              <a:t>overriding of methods</a:t>
            </a:r>
            <a:r>
              <a:rPr lang="en-US"/>
              <a:t>, but in the case of </a:t>
            </a:r>
            <a:r>
              <a:rPr b="1" lang="en-US"/>
              <a:t>Composition</a:t>
            </a:r>
            <a:r>
              <a:rPr lang="en-US"/>
              <a:t>, we can only use that class we can not modify or extend the functionality of it.</a:t>
            </a:r>
            <a:endParaRPr/>
          </a:p>
          <a:p>
            <a:pPr indent="-274320" lvl="0" marL="274320" rtl="0" algn="l">
              <a:spcBef>
                <a:spcPts val="520"/>
              </a:spcBef>
              <a:spcAft>
                <a:spcPts val="0"/>
              </a:spcAft>
              <a:buSzPts val="2470"/>
              <a:buChar char="⚫"/>
            </a:pPr>
            <a:r>
              <a:rPr lang="en-US"/>
              <a:t> It will not provide extra features. </a:t>
            </a:r>
            <a:endParaRPr/>
          </a:p>
          <a:p>
            <a:pPr indent="-274320" lvl="0" marL="274320" rtl="0" algn="l">
              <a:spcBef>
                <a:spcPts val="520"/>
              </a:spcBef>
              <a:spcAft>
                <a:spcPts val="0"/>
              </a:spcAft>
              <a:buSzPts val="2470"/>
              <a:buChar char="⚫"/>
            </a:pPr>
            <a:r>
              <a:rPr lang="en-US"/>
              <a:t>Thus, when one needs to use the class as it without any modification, the composition is recommended and when one needs to change the behavior of the method in another class, then inheritance is recommended.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6"/>
          <p:cNvSpPr txBox="1"/>
          <p:nvPr>
            <p:ph type="title"/>
          </p:nvPr>
        </p:nvSpPr>
        <p:spPr>
          <a:xfrm>
            <a:off x="500034" y="285728"/>
            <a:ext cx="8229600" cy="775542"/>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br>
              <a:rPr lang="en-US"/>
            </a:br>
            <a:r>
              <a:rPr lang="en-US"/>
              <a:t> </a:t>
            </a:r>
            <a:br>
              <a:rPr lang="en-US"/>
            </a:br>
            <a:r>
              <a:rPr b="1" lang="en-US"/>
              <a:t>super() Method </a:t>
            </a:r>
            <a:endParaRPr/>
          </a:p>
        </p:txBody>
      </p:sp>
      <p:sp>
        <p:nvSpPr>
          <p:cNvPr id="265" name="Google Shape;265;p26"/>
          <p:cNvSpPr txBox="1"/>
          <p:nvPr>
            <p:ph idx="1" type="body"/>
          </p:nvPr>
        </p:nvSpPr>
        <p:spPr>
          <a:xfrm>
            <a:off x="457200" y="1071546"/>
            <a:ext cx="8229600" cy="5253054"/>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470"/>
              <a:buChar char="⚫"/>
            </a:pPr>
            <a:r>
              <a:rPr lang="en-US"/>
              <a:t>super() is a built-in method which is useful to call the super class constructors,variables and methods from the child class. </a:t>
            </a:r>
            <a:endParaRPr/>
          </a:p>
          <a:p>
            <a:pPr indent="-274320" lvl="0" marL="274320" rtl="0" algn="l">
              <a:spcBef>
                <a:spcPts val="520"/>
              </a:spcBef>
              <a:spcAft>
                <a:spcPts val="0"/>
              </a:spcAft>
              <a:buSzPts val="2470"/>
              <a:buChar char="⚫"/>
            </a:pPr>
            <a:r>
              <a:rPr lang="en-US"/>
              <a:t>From child class we are not allowed to access parent class instance variables by using super(),Compulsory we should use self only. </a:t>
            </a:r>
            <a:r>
              <a:rPr lang="en-US">
                <a:solidFill>
                  <a:srgbClr val="FF0000"/>
                </a:solidFill>
              </a:rPr>
              <a:t>[Example 3 of Super_Example.doc file]</a:t>
            </a:r>
            <a:endParaRPr/>
          </a:p>
          <a:p>
            <a:pPr indent="-274320" lvl="0" marL="274320" rtl="0" algn="l">
              <a:spcBef>
                <a:spcPts val="520"/>
              </a:spcBef>
              <a:spcAft>
                <a:spcPts val="0"/>
              </a:spcAft>
              <a:buSzPts val="2470"/>
              <a:buChar char="⚫"/>
            </a:pPr>
            <a:r>
              <a:rPr lang="en-US"/>
              <a:t>But we can access parent class static variables by using super(). </a:t>
            </a:r>
            <a:r>
              <a:rPr lang="en-US">
                <a:solidFill>
                  <a:srgbClr val="FF0000"/>
                </a:solidFill>
              </a:rPr>
              <a:t>[Example 3  of Super_Example.doc file]</a:t>
            </a:r>
            <a:endParaRPr/>
          </a:p>
          <a:p>
            <a:pPr indent="-274320" lvl="0" marL="274320" rtl="0" algn="l">
              <a:spcBef>
                <a:spcPts val="520"/>
              </a:spcBef>
              <a:spcAft>
                <a:spcPts val="0"/>
              </a:spcAft>
              <a:buSzPts val="2470"/>
              <a:buChar char="⚫"/>
            </a:pPr>
            <a:r>
              <a:rPr lang="en-US"/>
              <a:t>From child class constructor and instance method, we can access parent class instance method,static method and class method by using super() . </a:t>
            </a:r>
            <a:r>
              <a:rPr lang="en-US">
                <a:solidFill>
                  <a:srgbClr val="FF0000"/>
                </a:solidFill>
              </a:rPr>
              <a:t>[Example 4 of Super_Example.doc file]</a:t>
            </a:r>
            <a:endParaRPr/>
          </a:p>
          <a:p>
            <a:pPr indent="-117475" lvl="0" marL="274320" rtl="0" algn="l">
              <a:spcBef>
                <a:spcPts val="520"/>
              </a:spcBef>
              <a:spcAft>
                <a:spcPts val="0"/>
              </a:spcAft>
              <a:buSzPts val="247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7"/>
          <p:cNvSpPr txBox="1"/>
          <p:nvPr>
            <p:ph type="title"/>
          </p:nvPr>
        </p:nvSpPr>
        <p:spPr>
          <a:xfrm>
            <a:off x="500034" y="285728"/>
            <a:ext cx="8229600" cy="775542"/>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br>
              <a:rPr lang="en-US"/>
            </a:br>
            <a:r>
              <a:rPr lang="en-US"/>
              <a:t> </a:t>
            </a:r>
            <a:br>
              <a:rPr lang="en-US"/>
            </a:br>
            <a:r>
              <a:rPr b="1" lang="en-US"/>
              <a:t>super() Method </a:t>
            </a:r>
            <a:endParaRPr/>
          </a:p>
        </p:txBody>
      </p:sp>
      <p:sp>
        <p:nvSpPr>
          <p:cNvPr id="271" name="Google Shape;271;p27"/>
          <p:cNvSpPr txBox="1"/>
          <p:nvPr>
            <p:ph idx="1" type="body"/>
          </p:nvPr>
        </p:nvSpPr>
        <p:spPr>
          <a:xfrm>
            <a:off x="457200" y="1071546"/>
            <a:ext cx="8229600" cy="5253054"/>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From child class, class method we cannot access parent class instance methods  by using super() directly(but indirectly possible). But we can access parent class static and class methods. . </a:t>
            </a:r>
            <a:r>
              <a:rPr lang="en-US">
                <a:solidFill>
                  <a:srgbClr val="FF0000"/>
                </a:solidFill>
              </a:rPr>
              <a:t>[Example 5 of Super_Example.doc file]</a:t>
            </a:r>
            <a:endParaRPr/>
          </a:p>
          <a:p>
            <a:pPr indent="-274320" lvl="0" marL="274320" rtl="0" algn="l">
              <a:spcBef>
                <a:spcPts val="520"/>
              </a:spcBef>
              <a:spcAft>
                <a:spcPts val="0"/>
              </a:spcAft>
              <a:buSzPts val="2470"/>
              <a:buChar char="⚫"/>
            </a:pPr>
            <a:r>
              <a:rPr lang="en-US"/>
              <a:t>In child class static method we are not allowed to use super() generally (But in special way we can use) . . </a:t>
            </a:r>
            <a:r>
              <a:rPr lang="en-US">
                <a:solidFill>
                  <a:srgbClr val="FF0000"/>
                </a:solidFill>
              </a:rPr>
              <a:t>[Example 6 of Super_Example.doc file]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8"/>
          <p:cNvSpPr txBox="1"/>
          <p:nvPr>
            <p:ph type="title"/>
          </p:nvPr>
        </p:nvSpPr>
        <p:spPr>
          <a:xfrm>
            <a:off x="571472" y="357166"/>
            <a:ext cx="8229600" cy="775542"/>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r>
              <a:rPr b="1" lang="en-US"/>
              <a:t>Abstract Classes</a:t>
            </a:r>
            <a:endParaRPr/>
          </a:p>
        </p:txBody>
      </p:sp>
      <p:sp>
        <p:nvSpPr>
          <p:cNvPr id="277" name="Google Shape;277;p28"/>
          <p:cNvSpPr txBox="1"/>
          <p:nvPr>
            <p:ph idx="1" type="body"/>
          </p:nvPr>
        </p:nvSpPr>
        <p:spPr>
          <a:xfrm>
            <a:off x="457200" y="1142984"/>
            <a:ext cx="8229600" cy="5181616"/>
          </a:xfrm>
          <a:prstGeom prst="rect">
            <a:avLst/>
          </a:prstGeom>
          <a:noFill/>
          <a:ln>
            <a:noFill/>
          </a:ln>
        </p:spPr>
        <p:txBody>
          <a:bodyPr anchorCtr="0" anchor="t" bIns="45700" lIns="91425" spcFirstLastPara="1" rIns="91425" wrap="square" tIns="45700">
            <a:normAutofit fontScale="92500"/>
          </a:bodyPr>
          <a:lstStyle/>
          <a:p>
            <a:pPr indent="-274320" lvl="0" marL="274320" rtl="0" algn="l">
              <a:spcBef>
                <a:spcPts val="0"/>
              </a:spcBef>
              <a:spcAft>
                <a:spcPts val="0"/>
              </a:spcAft>
              <a:buSzPct val="95000"/>
              <a:buChar char="⚫"/>
            </a:pPr>
            <a:r>
              <a:rPr lang="en-US"/>
              <a:t>Abstract classes are classes that contain one or more abstract methods. </a:t>
            </a:r>
            <a:endParaRPr/>
          </a:p>
          <a:p>
            <a:pPr indent="-274320" lvl="0" marL="274320" rtl="0" algn="l">
              <a:spcBef>
                <a:spcPts val="481"/>
              </a:spcBef>
              <a:spcAft>
                <a:spcPts val="0"/>
              </a:spcAft>
              <a:buSzPct val="95000"/>
              <a:buChar char="⚫"/>
            </a:pPr>
            <a:r>
              <a:rPr lang="en-US"/>
              <a:t>An abstract method is a method that is declared, but contains no implementation. </a:t>
            </a:r>
            <a:endParaRPr/>
          </a:p>
          <a:p>
            <a:pPr indent="-274320" lvl="0" marL="274320" rtl="0" algn="l">
              <a:spcBef>
                <a:spcPts val="481"/>
              </a:spcBef>
              <a:spcAft>
                <a:spcPts val="0"/>
              </a:spcAft>
              <a:buSzPct val="95000"/>
              <a:buChar char="⚫"/>
            </a:pPr>
            <a:r>
              <a:rPr lang="en-US"/>
              <a:t>Abstract classes cannot be instantiated, and require subclasses to provide implementations for the abstract methods.</a:t>
            </a:r>
            <a:endParaRPr/>
          </a:p>
          <a:p>
            <a:pPr indent="-274320" lvl="0" marL="274320" rtl="0" algn="l">
              <a:spcBef>
                <a:spcPts val="481"/>
              </a:spcBef>
              <a:spcAft>
                <a:spcPts val="0"/>
              </a:spcAft>
              <a:buSzPct val="95000"/>
              <a:buChar char="⚫"/>
            </a:pPr>
            <a:r>
              <a:rPr lang="en-US"/>
              <a:t>When we want to provide a common interface for different implementations of a component, we use an abstract class. </a:t>
            </a:r>
            <a:endParaRPr/>
          </a:p>
          <a:p>
            <a:pPr indent="-274320" lvl="0" marL="274320" rtl="0" algn="l">
              <a:spcBef>
                <a:spcPts val="481"/>
              </a:spcBef>
              <a:spcAft>
                <a:spcPts val="0"/>
              </a:spcAft>
              <a:buSzPct val="95000"/>
              <a:buChar char="⚫"/>
            </a:pPr>
            <a:r>
              <a:rPr lang="en-US"/>
              <a:t>By default, Python does not provide abstract classes. Python comes with a module that provides the base for defining Abstract Base classes(ABC) and that module name is ABC</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9"/>
          <p:cNvSpPr txBox="1"/>
          <p:nvPr>
            <p:ph type="title"/>
          </p:nvPr>
        </p:nvSpPr>
        <p:spPr>
          <a:xfrm>
            <a:off x="571472" y="357166"/>
            <a:ext cx="8229600" cy="775542"/>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r>
              <a:rPr b="1" lang="en-US"/>
              <a:t>Abstract Classes</a:t>
            </a:r>
            <a:endParaRPr/>
          </a:p>
        </p:txBody>
      </p:sp>
      <p:sp>
        <p:nvSpPr>
          <p:cNvPr id="283" name="Google Shape;283;p29"/>
          <p:cNvSpPr txBox="1"/>
          <p:nvPr>
            <p:ph idx="1" type="body"/>
          </p:nvPr>
        </p:nvSpPr>
        <p:spPr>
          <a:xfrm>
            <a:off x="457200" y="1142984"/>
            <a:ext cx="8229600" cy="5357850"/>
          </a:xfrm>
          <a:prstGeom prst="rect">
            <a:avLst/>
          </a:prstGeom>
          <a:noFill/>
          <a:ln>
            <a:noFill/>
          </a:ln>
        </p:spPr>
        <p:txBody>
          <a:bodyPr anchorCtr="0" anchor="t" bIns="45700" lIns="91425" spcFirstLastPara="1" rIns="91425" wrap="square" tIns="45700">
            <a:normAutofit fontScale="92500" lnSpcReduction="10000"/>
          </a:bodyPr>
          <a:lstStyle/>
          <a:p>
            <a:pPr indent="-129238" lvl="0" marL="274320" rtl="0" algn="l">
              <a:spcBef>
                <a:spcPts val="0"/>
              </a:spcBef>
              <a:spcAft>
                <a:spcPts val="0"/>
              </a:spcAft>
              <a:buSzPct val="95000"/>
              <a:buNone/>
            </a:pPr>
            <a:r>
              <a:t/>
            </a:r>
            <a:endParaRPr/>
          </a:p>
          <a:p>
            <a:pPr indent="-274320" lvl="0" marL="274320" rtl="0" algn="l">
              <a:spcBef>
                <a:spcPts val="481"/>
              </a:spcBef>
              <a:spcAft>
                <a:spcPts val="0"/>
              </a:spcAft>
              <a:buSzPct val="95000"/>
              <a:buChar char="⚫"/>
            </a:pPr>
            <a:r>
              <a:rPr lang="en-US"/>
              <a:t> </a:t>
            </a:r>
            <a:r>
              <a:rPr b="1" lang="en-US"/>
              <a:t>In python we can declare abstract method by using @abstractmethod decorator as follows. </a:t>
            </a:r>
            <a:endParaRPr/>
          </a:p>
          <a:p>
            <a:pPr indent="-274320" lvl="0" marL="274320" rtl="0" algn="l">
              <a:spcBef>
                <a:spcPts val="481"/>
              </a:spcBef>
              <a:spcAft>
                <a:spcPts val="0"/>
              </a:spcAft>
              <a:buSzPct val="95000"/>
              <a:buNone/>
            </a:pPr>
            <a:r>
              <a:rPr b="1" lang="en-US">
                <a:solidFill>
                  <a:srgbClr val="FF0000"/>
                </a:solidFill>
              </a:rPr>
              <a:t>	@abstractmethod </a:t>
            </a:r>
            <a:endParaRPr/>
          </a:p>
          <a:p>
            <a:pPr indent="-274320" lvl="0" marL="274320" rtl="0" algn="l">
              <a:spcBef>
                <a:spcPts val="481"/>
              </a:spcBef>
              <a:spcAft>
                <a:spcPts val="0"/>
              </a:spcAft>
              <a:buSzPct val="95000"/>
              <a:buNone/>
            </a:pPr>
            <a:r>
              <a:rPr b="1" lang="en-US">
                <a:solidFill>
                  <a:srgbClr val="FF0000"/>
                </a:solidFill>
              </a:rPr>
              <a:t>	def m1(self): </a:t>
            </a:r>
            <a:endParaRPr/>
          </a:p>
          <a:p>
            <a:pPr indent="-274320" lvl="0" marL="274320" rtl="0" algn="l">
              <a:spcBef>
                <a:spcPts val="481"/>
              </a:spcBef>
              <a:spcAft>
                <a:spcPts val="0"/>
              </a:spcAft>
              <a:buSzPct val="95000"/>
              <a:buNone/>
            </a:pPr>
            <a:r>
              <a:rPr b="1" lang="en-US">
                <a:solidFill>
                  <a:srgbClr val="FF0000"/>
                </a:solidFill>
              </a:rPr>
              <a:t>		pass </a:t>
            </a:r>
            <a:endParaRPr/>
          </a:p>
          <a:p>
            <a:pPr indent="-274320" lvl="0" marL="274320" rtl="0" algn="l">
              <a:spcBef>
                <a:spcPts val="481"/>
              </a:spcBef>
              <a:spcAft>
                <a:spcPts val="0"/>
              </a:spcAft>
              <a:buSzPct val="95000"/>
              <a:buChar char="⚫"/>
            </a:pPr>
            <a:r>
              <a:rPr lang="en-US"/>
              <a:t> </a:t>
            </a:r>
            <a:r>
              <a:rPr b="1" lang="en-US"/>
              <a:t>@abstractmethod decorator present in abc module. Hence compulsory we should import abc module,otherwise we will get error. </a:t>
            </a:r>
            <a:endParaRPr/>
          </a:p>
          <a:p>
            <a:pPr indent="-274320" lvl="0" marL="274320" rtl="0" algn="l">
              <a:spcBef>
                <a:spcPts val="481"/>
              </a:spcBef>
              <a:spcAft>
                <a:spcPts val="0"/>
              </a:spcAft>
              <a:buSzPct val="95000"/>
              <a:buChar char="⚫"/>
            </a:pPr>
            <a:r>
              <a:rPr b="1" lang="en-US"/>
              <a:t>Child classes are responsible to provide implemention for parent class abstract methods. </a:t>
            </a:r>
            <a:endParaRPr/>
          </a:p>
          <a:p>
            <a:pPr indent="-274320" lvl="0" marL="274320" rtl="0" algn="l">
              <a:spcBef>
                <a:spcPts val="481"/>
              </a:spcBef>
              <a:spcAft>
                <a:spcPts val="0"/>
              </a:spcAft>
              <a:buSzPct val="95000"/>
              <a:buChar char="⚫"/>
            </a:pPr>
            <a:r>
              <a:rPr b="1" lang="en-US"/>
              <a:t>Every abstract class in Python should be derived from ABC class which is present in abc module. </a:t>
            </a:r>
            <a:endParaRPr>
              <a:solidFill>
                <a:srgbClr val="FF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0"/>
          <p:cNvSpPr txBox="1"/>
          <p:nvPr>
            <p:ph type="title"/>
          </p:nvPr>
        </p:nvSpPr>
        <p:spPr>
          <a:xfrm>
            <a:off x="571472" y="357166"/>
            <a:ext cx="8229600" cy="775542"/>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r>
              <a:rPr b="1" lang="en-US"/>
              <a:t>Abstract Classes</a:t>
            </a:r>
            <a:endParaRPr/>
          </a:p>
        </p:txBody>
      </p:sp>
      <p:sp>
        <p:nvSpPr>
          <p:cNvPr id="289" name="Google Shape;289;p30"/>
          <p:cNvSpPr txBox="1"/>
          <p:nvPr>
            <p:ph idx="1" type="body"/>
          </p:nvPr>
        </p:nvSpPr>
        <p:spPr>
          <a:xfrm>
            <a:off x="457200" y="1142984"/>
            <a:ext cx="8229600" cy="5357850"/>
          </a:xfrm>
          <a:prstGeom prst="rect">
            <a:avLst/>
          </a:prstGeom>
          <a:noFill/>
          <a:ln>
            <a:noFill/>
          </a:ln>
        </p:spPr>
        <p:txBody>
          <a:bodyPr anchorCtr="0" anchor="t" bIns="45700" lIns="91425" spcFirstLastPara="1" rIns="91425" wrap="square" tIns="45700">
            <a:normAutofit/>
          </a:bodyPr>
          <a:lstStyle/>
          <a:p>
            <a:pPr indent="-117475" lvl="0" marL="274320" rtl="0" algn="l">
              <a:spcBef>
                <a:spcPts val="0"/>
              </a:spcBef>
              <a:spcAft>
                <a:spcPts val="0"/>
              </a:spcAft>
              <a:buSzPts val="2470"/>
              <a:buNone/>
            </a:pPr>
            <a:r>
              <a:t/>
            </a:r>
            <a:endParaRPr/>
          </a:p>
          <a:p>
            <a:pPr indent="-274320" lvl="0" marL="274320" rtl="0" algn="l">
              <a:spcBef>
                <a:spcPts val="520"/>
              </a:spcBef>
              <a:spcAft>
                <a:spcPts val="0"/>
              </a:spcAft>
              <a:buSzPts val="2470"/>
              <a:buChar char="⚫"/>
            </a:pPr>
            <a:r>
              <a:rPr lang="en-US"/>
              <a:t> abstract class with abstract method instantiation is not possible" </a:t>
            </a:r>
            <a:endParaRPr/>
          </a:p>
          <a:p>
            <a:pPr indent="-274320" lvl="0" marL="274320" rtl="0" algn="l">
              <a:spcBef>
                <a:spcPts val="520"/>
              </a:spcBef>
              <a:spcAft>
                <a:spcPts val="0"/>
              </a:spcAft>
              <a:buSzPts val="2470"/>
              <a:buChar char="⚫"/>
            </a:pPr>
            <a:r>
              <a:rPr lang="en-US"/>
              <a:t>Parent class abstract methods should be implemented in the child classes. otherwise we cannot instantiate child class.If we are not creating child class object then we won't get any error. </a:t>
            </a:r>
            <a:endParaRPr/>
          </a:p>
          <a:p>
            <a:pPr indent="-274320" lvl="0" marL="274320" rtl="0" algn="l">
              <a:spcBef>
                <a:spcPts val="520"/>
              </a:spcBef>
              <a:spcAft>
                <a:spcPts val="0"/>
              </a:spcAft>
              <a:buSzPts val="2470"/>
              <a:buChar char="⚫"/>
            </a:pPr>
            <a:r>
              <a:rPr lang="en-US"/>
              <a:t>If we are extending abstract class and does not override its abstract method then child class is also abstract and instantiation is not possible. </a:t>
            </a:r>
            <a:endParaRPr/>
          </a:p>
          <a:p>
            <a:pPr indent="-274320" lvl="0" marL="274320" rtl="0" algn="l">
              <a:spcBef>
                <a:spcPts val="520"/>
              </a:spcBef>
              <a:spcAft>
                <a:spcPts val="0"/>
              </a:spcAft>
              <a:buSzPts val="2470"/>
              <a:buChar char="⚫"/>
            </a:pPr>
            <a:r>
              <a:rPr lang="en-US"/>
              <a:t>Abstract class can contain both abstract and non-abstract methods also </a:t>
            </a:r>
            <a:endParaRPr>
              <a:solidFill>
                <a:srgbClr val="FF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1"/>
          <p:cNvSpPr txBox="1"/>
          <p:nvPr>
            <p:ph type="title"/>
          </p:nvPr>
        </p:nvSpPr>
        <p:spPr>
          <a:xfrm>
            <a:off x="500034" y="357166"/>
            <a:ext cx="8229600" cy="84698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lang="en-US"/>
              <a:t>Interface</a:t>
            </a:r>
            <a:endParaRPr/>
          </a:p>
        </p:txBody>
      </p:sp>
      <p:sp>
        <p:nvSpPr>
          <p:cNvPr id="295" name="Google Shape;295;p31"/>
          <p:cNvSpPr txBox="1"/>
          <p:nvPr>
            <p:ph idx="1" type="body"/>
          </p:nvPr>
        </p:nvSpPr>
        <p:spPr>
          <a:xfrm>
            <a:off x="457200" y="1285860"/>
            <a:ext cx="8229600" cy="503874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b="1" lang="en-US"/>
              <a:t>In general if an abstract class contains only abstract methods such type of abstract class is considered as interface</a:t>
            </a:r>
            <a:r>
              <a:rPr b="1" lang="en-US">
                <a:solidFill>
                  <a:srgbClr val="FF0000"/>
                </a:solidFill>
              </a:rPr>
              <a:t>. [Interface_Example.doc ]</a:t>
            </a:r>
            <a:endParaRPr>
              <a:solidFill>
                <a:srgbClr val="FF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2"/>
          <p:cNvSpPr txBox="1"/>
          <p:nvPr>
            <p:ph type="title"/>
          </p:nvPr>
        </p:nvSpPr>
        <p:spPr>
          <a:xfrm>
            <a:off x="500034" y="214290"/>
            <a:ext cx="8229600" cy="918418"/>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r>
              <a:rPr b="1" lang="en-US"/>
              <a:t>Public, Protected and Private Attributes </a:t>
            </a:r>
            <a:endParaRPr/>
          </a:p>
        </p:txBody>
      </p:sp>
      <p:sp>
        <p:nvSpPr>
          <p:cNvPr id="301" name="Google Shape;301;p32"/>
          <p:cNvSpPr txBox="1"/>
          <p:nvPr>
            <p:ph idx="1" type="body"/>
          </p:nvPr>
        </p:nvSpPr>
        <p:spPr>
          <a:xfrm>
            <a:off x="457200" y="1357298"/>
            <a:ext cx="8229600" cy="5143536"/>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470"/>
              <a:buChar char="⚫"/>
            </a:pPr>
            <a:r>
              <a:rPr b="1" lang="en-US"/>
              <a:t>By default every attribute is public. We can access from anywhere either within the class or from outside of the class. </a:t>
            </a:r>
            <a:endParaRPr/>
          </a:p>
          <a:p>
            <a:pPr indent="-274320" lvl="0" marL="274320" rtl="0" algn="l">
              <a:spcBef>
                <a:spcPts val="520"/>
              </a:spcBef>
              <a:spcAft>
                <a:spcPts val="0"/>
              </a:spcAft>
              <a:buSzPts val="2470"/>
              <a:buChar char="⚫"/>
            </a:pPr>
            <a:r>
              <a:rPr b="1" lang="en-US"/>
              <a:t>syntax: </a:t>
            </a:r>
            <a:endParaRPr/>
          </a:p>
          <a:p>
            <a:pPr indent="-274320" lvl="0" marL="274320" rtl="0" algn="l">
              <a:spcBef>
                <a:spcPts val="520"/>
              </a:spcBef>
              <a:spcAft>
                <a:spcPts val="0"/>
              </a:spcAft>
              <a:buSzPts val="2470"/>
              <a:buNone/>
            </a:pPr>
            <a:r>
              <a:rPr b="1" lang="en-US"/>
              <a:t>    	</a:t>
            </a:r>
            <a:r>
              <a:rPr b="1" lang="en-US">
                <a:solidFill>
                  <a:srgbClr val="FF0000"/>
                </a:solidFill>
              </a:rPr>
              <a:t>name = ‘priti’</a:t>
            </a:r>
            <a:endParaRPr/>
          </a:p>
          <a:p>
            <a:pPr indent="-274320" lvl="0" marL="274320" rtl="0" algn="l">
              <a:spcBef>
                <a:spcPts val="520"/>
              </a:spcBef>
              <a:spcAft>
                <a:spcPts val="0"/>
              </a:spcAft>
              <a:buSzPts val="2470"/>
              <a:buChar char="⚫"/>
            </a:pPr>
            <a:r>
              <a:rPr b="1" lang="en-US"/>
              <a:t>Protected attributes can be accessed within the class anywhere but from outside of the class only in child classes. We can specify an attribute as protected by prefexing with _ symbol. </a:t>
            </a:r>
            <a:endParaRPr/>
          </a:p>
          <a:p>
            <a:pPr indent="-274320" lvl="0" marL="274320" rtl="0" algn="l">
              <a:spcBef>
                <a:spcPts val="520"/>
              </a:spcBef>
              <a:spcAft>
                <a:spcPts val="0"/>
              </a:spcAft>
              <a:buSzPts val="2470"/>
              <a:buChar char="⚫"/>
            </a:pPr>
            <a:r>
              <a:rPr b="1" lang="en-US"/>
              <a:t>syntax: </a:t>
            </a:r>
            <a:endParaRPr/>
          </a:p>
          <a:p>
            <a:pPr indent="-274320" lvl="0" marL="274320" rtl="0" algn="l">
              <a:spcBef>
                <a:spcPts val="520"/>
              </a:spcBef>
              <a:spcAft>
                <a:spcPts val="0"/>
              </a:spcAft>
              <a:buSzPts val="2470"/>
              <a:buNone/>
            </a:pPr>
            <a:r>
              <a:rPr b="1" lang="en-US">
                <a:solidFill>
                  <a:srgbClr val="FF0000"/>
                </a:solidFill>
              </a:rPr>
              <a:t>	_variablename=value </a:t>
            </a:r>
            <a:endParaRPr/>
          </a:p>
          <a:p>
            <a:pPr indent="-274320" lvl="0" marL="274320" rtl="0" algn="l">
              <a:spcBef>
                <a:spcPts val="520"/>
              </a:spcBef>
              <a:spcAft>
                <a:spcPts val="0"/>
              </a:spcAft>
              <a:buSzPts val="2470"/>
              <a:buNone/>
            </a:pPr>
            <a:r>
              <a:rPr b="1" lang="en-US">
                <a:solidFill>
                  <a:srgbClr val="FF0000"/>
                </a:solidFill>
              </a:rPr>
              <a:t>	_name = ‘priti’</a:t>
            </a:r>
            <a:endParaRPr/>
          </a:p>
          <a:p>
            <a:pPr indent="-274320" lvl="0" marL="274320" rtl="0" algn="l">
              <a:spcBef>
                <a:spcPts val="520"/>
              </a:spcBef>
              <a:spcAft>
                <a:spcPts val="0"/>
              </a:spcAft>
              <a:buSzPts val="2470"/>
              <a:buNone/>
            </a:pPr>
            <a:r>
              <a:t/>
            </a:r>
            <a:endParaRPr b="1">
              <a:solidFill>
                <a:srgbClr val="FF0000"/>
              </a:solidFill>
            </a:endParaRPr>
          </a:p>
          <a:p>
            <a:pPr indent="-117475" lvl="0" marL="274320" rtl="0" algn="l">
              <a:spcBef>
                <a:spcPts val="520"/>
              </a:spcBef>
              <a:spcAft>
                <a:spcPts val="0"/>
              </a:spcAft>
              <a:buSzPts val="2470"/>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3"/>
          <p:cNvSpPr txBox="1"/>
          <p:nvPr>
            <p:ph type="title"/>
          </p:nvPr>
        </p:nvSpPr>
        <p:spPr>
          <a:xfrm>
            <a:off x="500034" y="214290"/>
            <a:ext cx="8229600" cy="918418"/>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r>
              <a:rPr b="1" lang="en-US"/>
              <a:t>Public, Protected and Private Attributes </a:t>
            </a:r>
            <a:endParaRPr/>
          </a:p>
        </p:txBody>
      </p:sp>
      <p:sp>
        <p:nvSpPr>
          <p:cNvPr id="307" name="Google Shape;307;p33"/>
          <p:cNvSpPr txBox="1"/>
          <p:nvPr>
            <p:ph idx="1" type="body"/>
          </p:nvPr>
        </p:nvSpPr>
        <p:spPr>
          <a:xfrm>
            <a:off x="457200" y="1357298"/>
            <a:ext cx="8229600" cy="496730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b="1" lang="en-US"/>
              <a:t>private attributes can be accessed only within the class.i.e from outside of the class we cannot access. </a:t>
            </a:r>
            <a:endParaRPr/>
          </a:p>
          <a:p>
            <a:pPr indent="-274320" lvl="0" marL="274320" rtl="0" algn="l">
              <a:spcBef>
                <a:spcPts val="520"/>
              </a:spcBef>
              <a:spcAft>
                <a:spcPts val="0"/>
              </a:spcAft>
              <a:buSzPts val="2470"/>
              <a:buChar char="⚫"/>
            </a:pPr>
            <a:r>
              <a:rPr b="1" lang="en-US"/>
              <a:t>We can declare a variable as private explicitly by prefexing with 2 underscore symbols. </a:t>
            </a:r>
            <a:endParaRPr/>
          </a:p>
          <a:p>
            <a:pPr indent="-274320" lvl="0" marL="274320" rtl="0" algn="l">
              <a:spcBef>
                <a:spcPts val="520"/>
              </a:spcBef>
              <a:spcAft>
                <a:spcPts val="0"/>
              </a:spcAft>
              <a:buSzPts val="2470"/>
              <a:buChar char="⚫"/>
            </a:pPr>
            <a:r>
              <a:rPr b="1" lang="en-US"/>
              <a:t>syntax: </a:t>
            </a:r>
            <a:endParaRPr/>
          </a:p>
          <a:p>
            <a:pPr indent="-274320" lvl="0" marL="274320" rtl="0" algn="l">
              <a:spcBef>
                <a:spcPts val="520"/>
              </a:spcBef>
              <a:spcAft>
                <a:spcPts val="0"/>
              </a:spcAft>
              <a:buSzPts val="2470"/>
              <a:buNone/>
            </a:pPr>
            <a:r>
              <a:rPr b="1" lang="en-US">
                <a:solidFill>
                  <a:srgbClr val="FF0000"/>
                </a:solidFill>
              </a:rPr>
              <a:t>		__variablename=value </a:t>
            </a:r>
            <a:endParaRPr/>
          </a:p>
          <a:p>
            <a:pPr indent="-274320" lvl="0" marL="274320" rtl="0" algn="l">
              <a:spcBef>
                <a:spcPts val="520"/>
              </a:spcBef>
              <a:spcAft>
                <a:spcPts val="0"/>
              </a:spcAft>
              <a:buSzPts val="2470"/>
              <a:buNone/>
            </a:pPr>
            <a:r>
              <a:rPr b="1" lang="en-US">
                <a:solidFill>
                  <a:srgbClr val="FF0000"/>
                </a:solidFill>
              </a:rPr>
              <a:t>            __name=“priti”</a:t>
            </a:r>
            <a:endParaRPr>
              <a:solidFill>
                <a:srgbClr val="FF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2021-01-27T09:01:43Z</dcterms:created>
  <dc:creator>priti</dc:creator>
</cp:coreProperties>
</file>