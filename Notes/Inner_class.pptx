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9" r:id="rId2"/>
    <p:sldId id="274" r:id="rId3"/>
    <p:sldId id="270" r:id="rId4"/>
    <p:sldId id="271" r:id="rId5"/>
    <p:sldId id="273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8264-6C79-4F3D-8006-977AF28E1088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E506F-2551-44ED-89A3-80FCC1DB77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BBFF445-C31C-4903-B411-146AD585FCAD}" type="datetimeFigureOut">
              <a:rPr lang="en-US" smtClean="0"/>
              <a:pPr/>
              <a:t>4/28/2021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0505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OOP</a:t>
            </a:r>
            <a:r>
              <a:rPr lang="en-US" b="1" dirty="0" smtClean="0"/>
              <a:t> </a:t>
            </a:r>
            <a:r>
              <a:rPr lang="en-US" b="1" dirty="0"/>
              <a:t>	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7315200" cy="1752600"/>
          </a:xfrm>
        </p:spPr>
        <p:txBody>
          <a:bodyPr/>
          <a:lstStyle/>
          <a:p>
            <a:r>
              <a:rPr lang="en-US" dirty="0" err="1"/>
              <a:t>Priti</a:t>
            </a:r>
            <a:r>
              <a:rPr lang="en-US" dirty="0"/>
              <a:t> Patel</a:t>
            </a:r>
          </a:p>
          <a:p>
            <a:r>
              <a:rPr lang="en-US" dirty="0"/>
              <a:t>Department of Computer Applications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Inner  class</a:t>
            </a:r>
          </a:p>
          <a:p>
            <a:r>
              <a:rPr lang="en-US" dirty="0" smtClean="0"/>
              <a:t>Garbage Collection</a:t>
            </a:r>
          </a:p>
          <a:p>
            <a:r>
              <a:rPr lang="en-US" dirty="0" smtClean="0"/>
              <a:t>Destructor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846980"/>
          </a:xfrm>
        </p:spPr>
        <p:txBody>
          <a:bodyPr/>
          <a:lstStyle/>
          <a:p>
            <a:pPr algn="ctr"/>
            <a:r>
              <a:rPr lang="en-US" b="1" dirty="0" smtClean="0"/>
              <a:t>Inner or Nested Classes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 class defined in another class is known as </a:t>
            </a:r>
            <a:r>
              <a:rPr lang="en-US" b="1" dirty="0" smtClean="0"/>
              <a:t>inner class</a:t>
            </a:r>
            <a:r>
              <a:rPr lang="en-US" dirty="0" smtClean="0"/>
              <a:t> or nested class.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## outer class </a:t>
            </a:r>
          </a:p>
          <a:p>
            <a:pPr>
              <a:buNone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class Outer: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 ## inner class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class Inner: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pass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## multilevel inner class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class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InnerInner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	pass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## another inner class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class _Inner: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pass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## ... 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5612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Why Inner Classes?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/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Grouping of two or more classes. Suppose you have two classes Car and Engine. Every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needs an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Engine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But,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Engine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won't be used without a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So, you make the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Engine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an inner class to the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It helps save code.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Hiding code is another use of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Nested classes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You can hide the 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Nested classes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from the outside world.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Without existing outer class object there is no chance of existing inner class object. Hence inner class object is always associated with outer class object. 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5612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Why Inner Classes?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Without existing university object there is no chance of existing Department object 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class University: 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..... 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class Department: 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......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918418"/>
          </a:xfrm>
        </p:spPr>
        <p:txBody>
          <a:bodyPr/>
          <a:lstStyle/>
          <a:p>
            <a:pPr algn="ctr"/>
            <a:r>
              <a:rPr lang="en-US" dirty="0" smtClean="0"/>
              <a:t>Garbage 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/>
          <a:lstStyle/>
          <a:p>
            <a:r>
              <a:rPr lang="en-US" dirty="0" smtClean="0"/>
              <a:t>Python deletes unwanted objects (built-in types or class instances) automatically to free the memory space. </a:t>
            </a:r>
          </a:p>
          <a:p>
            <a:r>
              <a:rPr lang="en-US" dirty="0" smtClean="0"/>
              <a:t>The process by which Python periodically frees and reclaims blocks of memory that no longer are in use is called Garbage Collection.</a:t>
            </a:r>
          </a:p>
          <a:p>
            <a:r>
              <a:rPr lang="en-US" b="1" dirty="0" smtClean="0"/>
              <a:t>The main objective of Garbage Collector is to destroy useless objects.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846980"/>
          </a:xfrm>
        </p:spPr>
        <p:txBody>
          <a:bodyPr/>
          <a:lstStyle/>
          <a:p>
            <a:pPr algn="ctr"/>
            <a:r>
              <a:rPr lang="en-US" b="1" dirty="0" smtClean="0"/>
              <a:t>Destructors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/>
          <a:lstStyle/>
          <a:p>
            <a:r>
              <a:rPr lang="en-US" dirty="0" smtClean="0"/>
              <a:t>Destructor is a special method and the name should be __del__ .</a:t>
            </a:r>
          </a:p>
          <a:p>
            <a:r>
              <a:rPr lang="en-US" dirty="0" smtClean="0"/>
              <a:t>Just before destroying an object Garbage Collector always calls destructor to perform clean up activities (Resource </a:t>
            </a:r>
            <a:r>
              <a:rPr lang="en-US" dirty="0" err="1" smtClean="0"/>
              <a:t>deallocation</a:t>
            </a:r>
            <a:r>
              <a:rPr lang="en-US" dirty="0" smtClean="0"/>
              <a:t> activities like close database connection etc). </a:t>
            </a:r>
          </a:p>
          <a:p>
            <a:r>
              <a:rPr lang="en-US" dirty="0" smtClean="0"/>
              <a:t>Once destructor execution completed then Garbage Collector automatically destroys that object.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The job of destructor is not to destroy object and it is just to perform clean up activities.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To find the number of references of an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 module contains </a:t>
            </a:r>
            <a:r>
              <a:rPr lang="en-US" dirty="0" err="1" smtClean="0"/>
              <a:t>getrefcount</a:t>
            </a:r>
            <a:r>
              <a:rPr lang="en-US" dirty="0" smtClean="0"/>
              <a:t>() function for this purpose. </a:t>
            </a:r>
          </a:p>
          <a:p>
            <a:r>
              <a:rPr lang="en-US" dirty="0" err="1" smtClean="0"/>
              <a:t>sys.getrefcount</a:t>
            </a:r>
            <a:r>
              <a:rPr lang="en-US" dirty="0" smtClean="0"/>
              <a:t>(</a:t>
            </a:r>
            <a:r>
              <a:rPr lang="en-US" dirty="0" err="1" smtClean="0"/>
              <a:t>objectreference</a:t>
            </a:r>
            <a:r>
              <a:rPr lang="en-US" dirty="0" smtClean="0"/>
              <a:t>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1758</TotalTime>
  <Words>204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  OOP   </vt:lpstr>
      <vt:lpstr>Topics </vt:lpstr>
      <vt:lpstr>Inner or Nested Classes</vt:lpstr>
      <vt:lpstr>Why Inner Classes?</vt:lpstr>
      <vt:lpstr>Why Inner Classes?</vt:lpstr>
      <vt:lpstr>Garbage Collection</vt:lpstr>
      <vt:lpstr>Destructors</vt:lpstr>
      <vt:lpstr>To find the number of references of an object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priti</dc:creator>
  <cp:lastModifiedBy>admin</cp:lastModifiedBy>
  <cp:revision>131</cp:revision>
  <dcterms:created xsi:type="dcterms:W3CDTF">2021-01-27T09:01:43Z</dcterms:created>
  <dcterms:modified xsi:type="dcterms:W3CDTF">2021-04-28T06:08:38Z</dcterms:modified>
</cp:coreProperties>
</file>